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5" r:id="rId10"/>
    <p:sldId id="264" r:id="rId11"/>
    <p:sldId id="266" r:id="rId12"/>
    <p:sldId id="267" r:id="rId13"/>
    <p:sldId id="269" r:id="rId14"/>
    <p:sldId id="268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3A02E-0BCE-474C-A4C8-23FE7468D63F}" v="75" dt="2025-05-02T17:37:58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99" d="100"/>
          <a:sy n="99" d="100"/>
        </p:scale>
        <p:origin x="87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aton Smith" userId="43f47a3b4c49c735" providerId="LiveId" clId="{7EA3A02E-0BCE-474C-A4C8-23FE7468D63F}"/>
    <pc:docChg chg="undo custSel addSld delSld modSld sldOrd">
      <pc:chgData name="Keaton Smith" userId="43f47a3b4c49c735" providerId="LiveId" clId="{7EA3A02E-0BCE-474C-A4C8-23FE7468D63F}" dt="2025-05-02T17:37:58.794" v="1890" actId="1076"/>
      <pc:docMkLst>
        <pc:docMk/>
      </pc:docMkLst>
      <pc:sldChg chg="addSp delSp modSp mod setBg">
        <pc:chgData name="Keaton Smith" userId="43f47a3b4c49c735" providerId="LiveId" clId="{7EA3A02E-0BCE-474C-A4C8-23FE7468D63F}" dt="2025-04-26T16:51:37.073" v="1678" actId="207"/>
        <pc:sldMkLst>
          <pc:docMk/>
          <pc:sldMk cId="2840573342" sldId="256"/>
        </pc:sldMkLst>
        <pc:spChg chg="mod">
          <ac:chgData name="Keaton Smith" userId="43f47a3b4c49c735" providerId="LiveId" clId="{7EA3A02E-0BCE-474C-A4C8-23FE7468D63F}" dt="2025-04-26T14:52:30.718" v="161" actId="207"/>
          <ac:spMkLst>
            <pc:docMk/>
            <pc:sldMk cId="2840573342" sldId="256"/>
            <ac:spMk id="2" creationId="{5E4F234A-1090-CF57-A76E-BCD49C02930B}"/>
          </ac:spMkLst>
        </pc:spChg>
        <pc:spChg chg="mod">
          <ac:chgData name="Keaton Smith" userId="43f47a3b4c49c735" providerId="LiveId" clId="{7EA3A02E-0BCE-474C-A4C8-23FE7468D63F}" dt="2025-04-26T15:22:30.213" v="911" actId="207"/>
          <ac:spMkLst>
            <pc:docMk/>
            <pc:sldMk cId="2840573342" sldId="256"/>
            <ac:spMk id="3" creationId="{5F4826C8-6573-CB24-21D1-2522D4E34180}"/>
          </ac:spMkLst>
        </pc:spChg>
        <pc:spChg chg="add mod">
          <ac:chgData name="Keaton Smith" userId="43f47a3b4c49c735" providerId="LiveId" clId="{7EA3A02E-0BCE-474C-A4C8-23FE7468D63F}" dt="2025-04-26T14:53:35.303" v="242" actId="1076"/>
          <ac:spMkLst>
            <pc:docMk/>
            <pc:sldMk cId="2840573342" sldId="256"/>
            <ac:spMk id="4" creationId="{CAC65700-0971-70B6-52BB-1C2DA213BA08}"/>
          </ac:spMkLst>
        </pc:spChg>
        <pc:picChg chg="add mod">
          <ac:chgData name="Keaton Smith" userId="43f47a3b4c49c735" providerId="LiveId" clId="{7EA3A02E-0BCE-474C-A4C8-23FE7468D63F}" dt="2025-04-26T16:51:37.073" v="1678" actId="207"/>
          <ac:picMkLst>
            <pc:docMk/>
            <pc:sldMk cId="2840573342" sldId="256"/>
            <ac:picMk id="8" creationId="{05F4CEB0-DA6C-A29A-0918-6FE054DDF97E}"/>
          </ac:picMkLst>
        </pc:picChg>
      </pc:sldChg>
      <pc:sldChg chg="addSp delSp modSp add mod">
        <pc:chgData name="Keaton Smith" userId="43f47a3b4c49c735" providerId="LiveId" clId="{7EA3A02E-0BCE-474C-A4C8-23FE7468D63F}" dt="2025-04-26T16:54:54.247" v="1707" actId="21"/>
        <pc:sldMkLst>
          <pc:docMk/>
          <pc:sldMk cId="874874463" sldId="257"/>
        </pc:sldMkLst>
        <pc:spChg chg="mod">
          <ac:chgData name="Keaton Smith" userId="43f47a3b4c49c735" providerId="LiveId" clId="{7EA3A02E-0BCE-474C-A4C8-23FE7468D63F}" dt="2025-04-26T14:58:35.356" v="335" actId="207"/>
          <ac:spMkLst>
            <pc:docMk/>
            <pc:sldMk cId="874874463" sldId="257"/>
            <ac:spMk id="2" creationId="{A4D65EBD-81C1-1B9E-07C0-7E8F5A7B63B3}"/>
          </ac:spMkLst>
        </pc:spChg>
        <pc:spChg chg="add mod">
          <ac:chgData name="Keaton Smith" userId="43f47a3b4c49c735" providerId="LiveId" clId="{7EA3A02E-0BCE-474C-A4C8-23FE7468D63F}" dt="2025-04-26T16:34:33.544" v="1548" actId="207"/>
          <ac:spMkLst>
            <pc:docMk/>
            <pc:sldMk cId="874874463" sldId="257"/>
            <ac:spMk id="6" creationId="{45897CC0-BF3E-6041-7B5F-544A71CDC85F}"/>
          </ac:spMkLst>
        </pc:spChg>
      </pc:sldChg>
      <pc:sldChg chg="delSp modSp add mod">
        <pc:chgData name="Keaton Smith" userId="43f47a3b4c49c735" providerId="LiveId" clId="{7EA3A02E-0BCE-474C-A4C8-23FE7468D63F}" dt="2025-04-26T16:34:48.584" v="1549" actId="207"/>
        <pc:sldMkLst>
          <pc:docMk/>
          <pc:sldMk cId="4114865471" sldId="258"/>
        </pc:sldMkLst>
        <pc:spChg chg="mod">
          <ac:chgData name="Keaton Smith" userId="43f47a3b4c49c735" providerId="LiveId" clId="{7EA3A02E-0BCE-474C-A4C8-23FE7468D63F}" dt="2025-04-26T14:58:31.526" v="334" actId="207"/>
          <ac:spMkLst>
            <pc:docMk/>
            <pc:sldMk cId="4114865471" sldId="258"/>
            <ac:spMk id="2" creationId="{8317C985-68CC-9FD5-E3EB-36B2CB0F97CE}"/>
          </ac:spMkLst>
        </pc:spChg>
        <pc:spChg chg="mod">
          <ac:chgData name="Keaton Smith" userId="43f47a3b4c49c735" providerId="LiveId" clId="{7EA3A02E-0BCE-474C-A4C8-23FE7468D63F}" dt="2025-04-26T16:34:48.584" v="1549" actId="207"/>
          <ac:spMkLst>
            <pc:docMk/>
            <pc:sldMk cId="4114865471" sldId="258"/>
            <ac:spMk id="6" creationId="{B35D3534-1267-5407-42F9-B029D4AF6A69}"/>
          </ac:spMkLst>
        </pc:spChg>
      </pc:sldChg>
      <pc:sldChg chg="addSp delSp modSp add mod">
        <pc:chgData name="Keaton Smith" userId="43f47a3b4c49c735" providerId="LiveId" clId="{7EA3A02E-0BCE-474C-A4C8-23FE7468D63F}" dt="2025-05-02T17:37:58.794" v="1890" actId="1076"/>
        <pc:sldMkLst>
          <pc:docMk/>
          <pc:sldMk cId="1404937228" sldId="259"/>
        </pc:sldMkLst>
        <pc:spChg chg="mod">
          <ac:chgData name="Keaton Smith" userId="43f47a3b4c49c735" providerId="LiveId" clId="{7EA3A02E-0BCE-474C-A4C8-23FE7468D63F}" dt="2025-04-26T15:04:11.699" v="453" actId="20577"/>
          <ac:spMkLst>
            <pc:docMk/>
            <pc:sldMk cId="1404937228" sldId="259"/>
            <ac:spMk id="2" creationId="{B6CB3C21-EB3A-9563-ED71-E975D129221F}"/>
          </ac:spMkLst>
        </pc:spChg>
        <pc:spChg chg="add mod">
          <ac:chgData name="Keaton Smith" userId="43f47a3b4c49c735" providerId="LiveId" clId="{7EA3A02E-0BCE-474C-A4C8-23FE7468D63F}" dt="2025-05-02T17:37:58.794" v="1890" actId="1076"/>
          <ac:spMkLst>
            <pc:docMk/>
            <pc:sldMk cId="1404937228" sldId="259"/>
            <ac:spMk id="5" creationId="{FC73F3F6-69FA-0E9D-DB7F-08B613345A0C}"/>
          </ac:spMkLst>
        </pc:spChg>
      </pc:sldChg>
      <pc:sldChg chg="addSp delSp modSp add mod">
        <pc:chgData name="Keaton Smith" userId="43f47a3b4c49c735" providerId="LiveId" clId="{7EA3A02E-0BCE-474C-A4C8-23FE7468D63F}" dt="2025-04-26T16:39:30.746" v="1578" actId="20577"/>
        <pc:sldMkLst>
          <pc:docMk/>
          <pc:sldMk cId="2785621374" sldId="260"/>
        </pc:sldMkLst>
        <pc:spChg chg="mod">
          <ac:chgData name="Keaton Smith" userId="43f47a3b4c49c735" providerId="LiveId" clId="{7EA3A02E-0BCE-474C-A4C8-23FE7468D63F}" dt="2025-04-26T15:16:55.113" v="776" actId="14100"/>
          <ac:spMkLst>
            <pc:docMk/>
            <pc:sldMk cId="2785621374" sldId="260"/>
            <ac:spMk id="2" creationId="{5D26C5E7-65A3-5E64-D0B8-46FD59280360}"/>
          </ac:spMkLst>
        </pc:spChg>
        <pc:spChg chg="add mod">
          <ac:chgData name="Keaton Smith" userId="43f47a3b4c49c735" providerId="LiveId" clId="{7EA3A02E-0BCE-474C-A4C8-23FE7468D63F}" dt="2025-04-26T16:39:30.746" v="1578" actId="20577"/>
          <ac:spMkLst>
            <pc:docMk/>
            <pc:sldMk cId="2785621374" sldId="260"/>
            <ac:spMk id="6" creationId="{D9211661-74A2-C1D0-E782-987BC97A96AD}"/>
          </ac:spMkLst>
        </pc:spChg>
      </pc:sldChg>
      <pc:sldChg chg="addSp delSp modSp add mod">
        <pc:chgData name="Keaton Smith" userId="43f47a3b4c49c735" providerId="LiveId" clId="{7EA3A02E-0BCE-474C-A4C8-23FE7468D63F}" dt="2025-04-26T16:39:56.016" v="1586" actId="20577"/>
        <pc:sldMkLst>
          <pc:docMk/>
          <pc:sldMk cId="2090959190" sldId="261"/>
        </pc:sldMkLst>
        <pc:spChg chg="mod">
          <ac:chgData name="Keaton Smith" userId="43f47a3b4c49c735" providerId="LiveId" clId="{7EA3A02E-0BCE-474C-A4C8-23FE7468D63F}" dt="2025-04-26T15:15:30.024" v="698" actId="14100"/>
          <ac:spMkLst>
            <pc:docMk/>
            <pc:sldMk cId="2090959190" sldId="261"/>
            <ac:spMk id="2" creationId="{86870D0B-51B8-2847-8E56-89FEFDB1FD8C}"/>
          </ac:spMkLst>
        </pc:spChg>
        <pc:spChg chg="add mod">
          <ac:chgData name="Keaton Smith" userId="43f47a3b4c49c735" providerId="LiveId" clId="{7EA3A02E-0BCE-474C-A4C8-23FE7468D63F}" dt="2025-04-26T16:39:56.016" v="1586" actId="20577"/>
          <ac:spMkLst>
            <pc:docMk/>
            <pc:sldMk cId="2090959190" sldId="261"/>
            <ac:spMk id="3" creationId="{1C7D7D27-B987-FFFA-F2C4-5D4960BBC2FA}"/>
          </ac:spMkLst>
        </pc:spChg>
      </pc:sldChg>
      <pc:sldChg chg="addSp delSp modSp add mod ord">
        <pc:chgData name="Keaton Smith" userId="43f47a3b4c49c735" providerId="LiveId" clId="{7EA3A02E-0BCE-474C-A4C8-23FE7468D63F}" dt="2025-04-26T16:54:09.937" v="1700" actId="14100"/>
        <pc:sldMkLst>
          <pc:docMk/>
          <pc:sldMk cId="3103576376" sldId="262"/>
        </pc:sldMkLst>
        <pc:spChg chg="mod">
          <ac:chgData name="Keaton Smith" userId="43f47a3b4c49c735" providerId="LiveId" clId="{7EA3A02E-0BCE-474C-A4C8-23FE7468D63F}" dt="2025-04-26T16:54:09.937" v="1700" actId="14100"/>
          <ac:spMkLst>
            <pc:docMk/>
            <pc:sldMk cId="3103576376" sldId="262"/>
            <ac:spMk id="2" creationId="{0065821F-A548-E5F4-FA50-3545BCAF5A36}"/>
          </ac:spMkLst>
        </pc:spChg>
        <pc:picChg chg="add mod">
          <ac:chgData name="Keaton Smith" userId="43f47a3b4c49c735" providerId="LiveId" clId="{7EA3A02E-0BCE-474C-A4C8-23FE7468D63F}" dt="2025-04-26T16:53:43.386" v="1696" actId="207"/>
          <ac:picMkLst>
            <pc:docMk/>
            <pc:sldMk cId="3103576376" sldId="262"/>
            <ac:picMk id="8" creationId="{9A115F51-58FB-342D-7B42-DB3CF1548E53}"/>
          </ac:picMkLst>
        </pc:picChg>
      </pc:sldChg>
      <pc:sldChg chg="addSp delSp modSp add mod">
        <pc:chgData name="Keaton Smith" userId="43f47a3b4c49c735" providerId="LiveId" clId="{7EA3A02E-0BCE-474C-A4C8-23FE7468D63F}" dt="2025-04-26T16:41:16.617" v="1613" actId="207"/>
        <pc:sldMkLst>
          <pc:docMk/>
          <pc:sldMk cId="1782628331" sldId="263"/>
        </pc:sldMkLst>
        <pc:spChg chg="mod">
          <ac:chgData name="Keaton Smith" userId="43f47a3b4c49c735" providerId="LiveId" clId="{7EA3A02E-0BCE-474C-A4C8-23FE7468D63F}" dt="2025-04-26T15:22:14.972" v="908" actId="20577"/>
          <ac:spMkLst>
            <pc:docMk/>
            <pc:sldMk cId="1782628331" sldId="263"/>
            <ac:spMk id="2" creationId="{47AE0BA2-25BA-2851-E108-5C4731E62D19}"/>
          </ac:spMkLst>
        </pc:spChg>
        <pc:spChg chg="add mod">
          <ac:chgData name="Keaton Smith" userId="43f47a3b4c49c735" providerId="LiveId" clId="{7EA3A02E-0BCE-474C-A4C8-23FE7468D63F}" dt="2025-04-26T16:41:16.617" v="1613" actId="207"/>
          <ac:spMkLst>
            <pc:docMk/>
            <pc:sldMk cId="1782628331" sldId="263"/>
            <ac:spMk id="4" creationId="{6E16448D-A0A5-9FDC-0924-F341FAA436B2}"/>
          </ac:spMkLst>
        </pc:spChg>
      </pc:sldChg>
      <pc:sldChg chg="addSp delSp modSp add mod">
        <pc:chgData name="Keaton Smith" userId="43f47a3b4c49c735" providerId="LiveId" clId="{7EA3A02E-0BCE-474C-A4C8-23FE7468D63F}" dt="2025-04-26T16:12:35.797" v="1128" actId="20577"/>
        <pc:sldMkLst>
          <pc:docMk/>
          <pc:sldMk cId="1260226797" sldId="264"/>
        </pc:sldMkLst>
        <pc:spChg chg="mod">
          <ac:chgData name="Keaton Smith" userId="43f47a3b4c49c735" providerId="LiveId" clId="{7EA3A02E-0BCE-474C-A4C8-23FE7468D63F}" dt="2025-04-26T16:09:40.150" v="995" actId="20577"/>
          <ac:spMkLst>
            <pc:docMk/>
            <pc:sldMk cId="1260226797" sldId="264"/>
            <ac:spMk id="2" creationId="{AEFFD3C4-86D8-68A6-6913-77FA52643D12}"/>
          </ac:spMkLst>
        </pc:spChg>
        <pc:spChg chg="add mod">
          <ac:chgData name="Keaton Smith" userId="43f47a3b4c49c735" providerId="LiveId" clId="{7EA3A02E-0BCE-474C-A4C8-23FE7468D63F}" dt="2025-04-26T16:12:35.797" v="1128" actId="20577"/>
          <ac:spMkLst>
            <pc:docMk/>
            <pc:sldMk cId="1260226797" sldId="264"/>
            <ac:spMk id="3" creationId="{B0C2E72B-06A2-F1D1-1321-3CF53BE1D977}"/>
          </ac:spMkLst>
        </pc:spChg>
      </pc:sldChg>
      <pc:sldChg chg="addSp modSp add mod ord">
        <pc:chgData name="Keaton Smith" userId="43f47a3b4c49c735" providerId="LiveId" clId="{7EA3A02E-0BCE-474C-A4C8-23FE7468D63F}" dt="2025-04-26T16:54:18.196" v="1701" actId="688"/>
        <pc:sldMkLst>
          <pc:docMk/>
          <pc:sldMk cId="967483928" sldId="265"/>
        </pc:sldMkLst>
        <pc:spChg chg="mod">
          <ac:chgData name="Keaton Smith" userId="43f47a3b4c49c735" providerId="LiveId" clId="{7EA3A02E-0BCE-474C-A4C8-23FE7468D63F}" dt="2025-04-26T16:22:52.280" v="1389" actId="207"/>
          <ac:spMkLst>
            <pc:docMk/>
            <pc:sldMk cId="967483928" sldId="265"/>
            <ac:spMk id="2" creationId="{6AF35C94-D39D-F8F6-3096-818725789A9F}"/>
          </ac:spMkLst>
        </pc:spChg>
        <pc:picChg chg="add mod">
          <ac:chgData name="Keaton Smith" userId="43f47a3b4c49c735" providerId="LiveId" clId="{7EA3A02E-0BCE-474C-A4C8-23FE7468D63F}" dt="2025-04-26T16:54:18.196" v="1701" actId="688"/>
          <ac:picMkLst>
            <pc:docMk/>
            <pc:sldMk cId="967483928" sldId="265"/>
            <ac:picMk id="10" creationId="{11164FB0-9CEA-7FC2-BF0F-E229FD1D4A34}"/>
          </ac:picMkLst>
        </pc:picChg>
      </pc:sldChg>
      <pc:sldChg chg="addSp delSp modSp add mod">
        <pc:chgData name="Keaton Smith" userId="43f47a3b4c49c735" providerId="LiveId" clId="{7EA3A02E-0BCE-474C-A4C8-23FE7468D63F}" dt="2025-05-02T16:53:07.835" v="1725" actId="20577"/>
        <pc:sldMkLst>
          <pc:docMk/>
          <pc:sldMk cId="3813047024" sldId="266"/>
        </pc:sldMkLst>
        <pc:spChg chg="mod">
          <ac:chgData name="Keaton Smith" userId="43f47a3b4c49c735" providerId="LiveId" clId="{7EA3A02E-0BCE-474C-A4C8-23FE7468D63F}" dt="2025-04-26T16:25:08.834" v="1463" actId="20577"/>
          <ac:spMkLst>
            <pc:docMk/>
            <pc:sldMk cId="3813047024" sldId="266"/>
            <ac:spMk id="2" creationId="{0F2C62FD-C34C-B4BB-F977-9D7323DE4802}"/>
          </ac:spMkLst>
        </pc:spChg>
        <pc:spChg chg="add mod">
          <ac:chgData name="Keaton Smith" userId="43f47a3b4c49c735" providerId="LiveId" clId="{7EA3A02E-0BCE-474C-A4C8-23FE7468D63F}" dt="2025-05-02T16:53:07.835" v="1725" actId="20577"/>
          <ac:spMkLst>
            <pc:docMk/>
            <pc:sldMk cId="3813047024" sldId="266"/>
            <ac:spMk id="4" creationId="{62CFD4DC-4B9F-6CE4-2DB1-4CF1839D6F45}"/>
          </ac:spMkLst>
        </pc:spChg>
      </pc:sldChg>
      <pc:sldChg chg="modSp add mod">
        <pc:chgData name="Keaton Smith" userId="43f47a3b4c49c735" providerId="LiveId" clId="{7EA3A02E-0BCE-474C-A4C8-23FE7468D63F}" dt="2025-04-26T16:46:07.722" v="1625" actId="207"/>
        <pc:sldMkLst>
          <pc:docMk/>
          <pc:sldMk cId="383383615" sldId="267"/>
        </pc:sldMkLst>
        <pc:spChg chg="mod">
          <ac:chgData name="Keaton Smith" userId="43f47a3b4c49c735" providerId="LiveId" clId="{7EA3A02E-0BCE-474C-A4C8-23FE7468D63F}" dt="2025-04-26T16:46:07.722" v="1625" actId="207"/>
          <ac:spMkLst>
            <pc:docMk/>
            <pc:sldMk cId="383383615" sldId="267"/>
            <ac:spMk id="2" creationId="{91857DBF-33ED-9BC9-B180-EF1D839E654A}"/>
          </ac:spMkLst>
        </pc:spChg>
        <pc:spChg chg="mod">
          <ac:chgData name="Keaton Smith" userId="43f47a3b4c49c735" providerId="LiveId" clId="{7EA3A02E-0BCE-474C-A4C8-23FE7468D63F}" dt="2025-04-26T16:29:24.908" v="1475" actId="207"/>
          <ac:spMkLst>
            <pc:docMk/>
            <pc:sldMk cId="383383615" sldId="267"/>
            <ac:spMk id="4" creationId="{49990D4A-2251-6D17-4C3A-40BF2527AFEA}"/>
          </ac:spMkLst>
        </pc:spChg>
      </pc:sldChg>
      <pc:sldChg chg="addSp delSp modSp add mod">
        <pc:chgData name="Keaton Smith" userId="43f47a3b4c49c735" providerId="LiveId" clId="{7EA3A02E-0BCE-474C-A4C8-23FE7468D63F}" dt="2025-04-26T16:46:15.717" v="1626" actId="207"/>
        <pc:sldMkLst>
          <pc:docMk/>
          <pc:sldMk cId="3481220005" sldId="268"/>
        </pc:sldMkLst>
        <pc:spChg chg="mod">
          <ac:chgData name="Keaton Smith" userId="43f47a3b4c49c735" providerId="LiveId" clId="{7EA3A02E-0BCE-474C-A4C8-23FE7468D63F}" dt="2025-04-26T16:46:15.717" v="1626" actId="207"/>
          <ac:spMkLst>
            <pc:docMk/>
            <pc:sldMk cId="3481220005" sldId="268"/>
            <ac:spMk id="2" creationId="{83DC063D-9D40-6A79-AF81-E90246B9E0CD}"/>
          </ac:spMkLst>
        </pc:spChg>
        <pc:spChg chg="add mod">
          <ac:chgData name="Keaton Smith" userId="43f47a3b4c49c735" providerId="LiveId" clId="{7EA3A02E-0BCE-474C-A4C8-23FE7468D63F}" dt="2025-04-26T16:32:28.884" v="1519" actId="207"/>
          <ac:spMkLst>
            <pc:docMk/>
            <pc:sldMk cId="3481220005" sldId="268"/>
            <ac:spMk id="3" creationId="{2E092749-1559-382D-406B-2B2EACC375E5}"/>
          </ac:spMkLst>
        </pc:spChg>
      </pc:sldChg>
      <pc:sldChg chg="add del setBg">
        <pc:chgData name="Keaton Smith" userId="43f47a3b4c49c735" providerId="LiveId" clId="{7EA3A02E-0BCE-474C-A4C8-23FE7468D63F}" dt="2025-04-26T16:33:06.256" v="1521"/>
        <pc:sldMkLst>
          <pc:docMk/>
          <pc:sldMk cId="1911818168" sldId="269"/>
        </pc:sldMkLst>
      </pc:sldChg>
      <pc:sldChg chg="addSp modSp add mod ord">
        <pc:chgData name="Keaton Smith" userId="43f47a3b4c49c735" providerId="LiveId" clId="{7EA3A02E-0BCE-474C-A4C8-23FE7468D63F}" dt="2025-04-26T16:54:44.903" v="1706" actId="207"/>
        <pc:sldMkLst>
          <pc:docMk/>
          <pc:sldMk cId="2908781161" sldId="269"/>
        </pc:sldMkLst>
        <pc:spChg chg="mod">
          <ac:chgData name="Keaton Smith" userId="43f47a3b4c49c735" providerId="LiveId" clId="{7EA3A02E-0BCE-474C-A4C8-23FE7468D63F}" dt="2025-04-26T16:47:54.374" v="1661" actId="20577"/>
          <ac:spMkLst>
            <pc:docMk/>
            <pc:sldMk cId="2908781161" sldId="269"/>
            <ac:spMk id="2" creationId="{F82B18BD-E24C-2EED-7CA4-45672915FA2A}"/>
          </ac:spMkLst>
        </pc:spChg>
        <pc:picChg chg="add mod">
          <ac:chgData name="Keaton Smith" userId="43f47a3b4c49c735" providerId="LiveId" clId="{7EA3A02E-0BCE-474C-A4C8-23FE7468D63F}" dt="2025-04-26T16:54:44.903" v="1706" actId="207"/>
          <ac:picMkLst>
            <pc:docMk/>
            <pc:sldMk cId="2908781161" sldId="269"/>
            <ac:picMk id="12" creationId="{E01E1626-F191-2BE0-EB96-3C7EAE39FB5F}"/>
          </ac:picMkLst>
        </pc:picChg>
      </pc:sldChg>
      <pc:sldChg chg="addSp delSp modSp add mod">
        <pc:chgData name="Keaton Smith" userId="43f47a3b4c49c735" providerId="LiveId" clId="{7EA3A02E-0BCE-474C-A4C8-23FE7468D63F}" dt="2025-04-26T16:47:40.277" v="1656" actId="207"/>
        <pc:sldMkLst>
          <pc:docMk/>
          <pc:sldMk cId="971070843" sldId="270"/>
        </pc:sldMkLst>
        <pc:spChg chg="mod">
          <ac:chgData name="Keaton Smith" userId="43f47a3b4c49c735" providerId="LiveId" clId="{7EA3A02E-0BCE-474C-A4C8-23FE7468D63F}" dt="2025-04-26T16:47:40.277" v="1656" actId="207"/>
          <ac:spMkLst>
            <pc:docMk/>
            <pc:sldMk cId="971070843" sldId="270"/>
            <ac:spMk id="2" creationId="{E26778E4-B48A-C2C6-6EB5-7E111D2E95C0}"/>
          </ac:spMkLst>
        </pc:spChg>
        <pc:spChg chg="add mod">
          <ac:chgData name="Keaton Smith" userId="43f47a3b4c49c735" providerId="LiveId" clId="{7EA3A02E-0BCE-474C-A4C8-23FE7468D63F}" dt="2025-04-26T16:46:58.530" v="1635" actId="20577"/>
          <ac:spMkLst>
            <pc:docMk/>
            <pc:sldMk cId="971070843" sldId="270"/>
            <ac:spMk id="4" creationId="{9F6801A9-DF51-54AA-576A-6882FAA31BFB}"/>
          </ac:spMkLst>
        </pc:spChg>
      </pc:sldChg>
      <pc:sldChg chg="addSp modSp add mod ord">
        <pc:chgData name="Keaton Smith" userId="43f47a3b4c49c735" providerId="LiveId" clId="{7EA3A02E-0BCE-474C-A4C8-23FE7468D63F}" dt="2025-04-26T16:55:13.658" v="1712" actId="20577"/>
        <pc:sldMkLst>
          <pc:docMk/>
          <pc:sldMk cId="2669929312" sldId="271"/>
        </pc:sldMkLst>
        <pc:spChg chg="mod">
          <ac:chgData name="Keaton Smith" userId="43f47a3b4c49c735" providerId="LiveId" clId="{7EA3A02E-0BCE-474C-A4C8-23FE7468D63F}" dt="2025-04-26T16:55:13.658" v="1712" actId="20577"/>
          <ac:spMkLst>
            <pc:docMk/>
            <pc:sldMk cId="2669929312" sldId="271"/>
            <ac:spMk id="2" creationId="{B1613256-C076-76D7-82F1-C520BAF63A98}"/>
          </ac:spMkLst>
        </pc:spChg>
        <pc:picChg chg="add mod">
          <ac:chgData name="Keaton Smith" userId="43f47a3b4c49c735" providerId="LiveId" clId="{7EA3A02E-0BCE-474C-A4C8-23FE7468D63F}" dt="2025-04-26T16:55:10.216" v="1711" actId="207"/>
          <ac:picMkLst>
            <pc:docMk/>
            <pc:sldMk cId="2669929312" sldId="271"/>
            <ac:picMk id="14" creationId="{2D0D3457-7F6D-C890-8437-6D207FD48DC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88CF-C66B-D54A-21D3-9EB89179D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252C03-E762-5E3D-7FD6-FFF19DB4A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2E46C-566B-4940-161A-13473857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DB2B0-3CF1-4346-ABB7-1F2D674A4DB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F0EBD-0EE9-0038-A62A-819E83C7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B0A04-251E-CC3A-7E1C-5B53E4E5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9F2C-5093-4078-8C82-37CE1CA7F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09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57B32-F2B4-734C-4FA5-FB9EA731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A11C8-FFEB-387E-EEAB-0DB0924AE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7B4DB-D057-0B0A-CE28-DF79F88D2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DB2B0-3CF1-4346-ABB7-1F2D674A4DB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40248-37D7-C2A7-039F-DF3C06C4D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27DFE-50D2-6E6F-C9E0-AA261025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9F2C-5093-4078-8C82-37CE1CA7F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2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E4393-A703-7710-DEF3-C44026E3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C44D3-6509-6EE7-40BB-6F574AF90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70A71-45B8-5DED-09E4-F57F848C8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DB2B0-3CF1-4346-ABB7-1F2D674A4DB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94D02-F8CE-0181-5FCD-46299728A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E0A29-0B36-0BE8-6180-54D7D233B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9F2C-5093-4078-8C82-37CE1CA7F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28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D3316-AB1C-7E04-B5D1-3D0525AE0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3281C-1C62-2498-7B5E-97A4C4F25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9A610-6310-AA38-631F-6CEF727DC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3B7E9-9A7F-CB41-E53B-9EF4C3750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DB2B0-3CF1-4346-ABB7-1F2D674A4DB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5BBB0-C644-073C-BEA2-6CF9DF965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89CDF-D191-6A9C-A4CC-3F2E2230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9F2C-5093-4078-8C82-37CE1CA7F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45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23AD3-2D98-AB62-7267-A13ED9AD9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C7C72-18CF-4C73-C1E2-80B87C00C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9BC24-2393-BBE9-85D2-9E4349784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AA559A-B7AA-F6AB-1266-5BBB294E1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8D5A91-6368-4D5A-D0BA-0D042AFDE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44FE8C-EC76-1D57-50F3-9498D79DB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DB2B0-3CF1-4346-ABB7-1F2D674A4DB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ED47BC-1BAC-5ED5-F96A-0B09196AD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6688E-C0DF-3EA3-ED78-809627D0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9F2C-5093-4078-8C82-37CE1CA7F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729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8274-6516-8FD4-52E3-BB82323B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1A9AA6-580A-FD6C-9C73-9CDEB2E55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DB2B0-3CF1-4346-ABB7-1F2D674A4DB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0D3DD-9372-F0C6-F09B-37AC911F1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DCE13-B5FA-F49D-0FD0-C603D076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9F2C-5093-4078-8C82-37CE1CA7F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97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7EA5F2-697B-8E10-EDA1-BEFD27E33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DB2B0-3CF1-4346-ABB7-1F2D674A4DB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9FAEEF-A3CD-E230-2DCC-3EA834CB8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6EBE8-7114-13C0-E7AA-EA4E8E455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9F2C-5093-4078-8C82-37CE1CA7F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49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DEC8-8968-C0B6-F251-4531D65C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8D08C-89F0-C9C0-F1C1-5A8E99610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1AB4F-3528-5484-2227-AC4E7E331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1C5AE-5F6E-121E-0203-4C4C648CD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DB2B0-3CF1-4346-ABB7-1F2D674A4DB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E99B5-08EB-6E6A-35F6-558C44F48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CFDB4-BF37-6809-4389-184352DB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9F2C-5093-4078-8C82-37CE1CA7F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4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CD650-0AB1-481D-9875-EEB09A557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591B1-3134-251B-8753-E4D8D6E0BD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9514D-B5E8-E274-D3A1-CD7E9B21D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BD765-5E8E-8432-E32A-608832383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DB2B0-3CF1-4346-ABB7-1F2D674A4DB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D8088-9967-ED2C-F52E-906465188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51646-671C-6DF7-B6C8-2F0C4F5C4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9F2C-5093-4078-8C82-37CE1CA7F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88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AFAA-1B18-EE3C-C984-693C6255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67410-E2EF-CE6F-9357-E5C347D0F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8DE48-F0C2-DE3B-404E-420096E45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DB2B0-3CF1-4346-ABB7-1F2D674A4DB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F5BC9-116C-29B8-E4AB-EA10D65FD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53385-5263-2822-8640-80D0D9B6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9F2C-5093-4078-8C82-37CE1CA7F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32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41F0C5-38B1-9B23-B04C-DB13928300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A6BDEC-F494-6085-5AE8-8F0B420FF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56812-5C35-3E36-318D-8BE19E426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DB2B0-3CF1-4346-ABB7-1F2D674A4DB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5B2D3-1247-B405-C062-60F947F0E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C4298-4ECA-C9DA-B630-7600ABD62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B9F2C-5093-4078-8C82-37CE1CA7F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35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7A470-2F48-061E-79E1-04BB80007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5F3EF-A9A6-EAA8-212F-D17EA298B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DDD78-78DF-2444-FBDB-BD168D68F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DB2B0-3CF1-4346-ABB7-1F2D674A4DB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35A0E-0E34-820A-FAFA-2BB5A7205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E1B84-CD48-259A-9F2F-21B059FFF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0B9F2C-5093-4078-8C82-37CE1CA7F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78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234A-1090-CF57-A76E-BCD49C029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Resonant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Organization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4"/>
                </a:solidFill>
              </a:rPr>
              <a:t>Primer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4826C8-6573-CB24-21D1-2522D4E34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601119"/>
            <a:ext cx="9144000" cy="165576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An </a:t>
            </a:r>
            <a:r>
              <a:rPr lang="en-US" dirty="0">
                <a:solidFill>
                  <a:schemeClr val="accent2"/>
                </a:solidFill>
              </a:rPr>
              <a:t>Introduction</a:t>
            </a:r>
            <a:r>
              <a:rPr lang="en-US" dirty="0">
                <a:solidFill>
                  <a:schemeClr val="bg1"/>
                </a:solidFill>
              </a:rPr>
              <a:t> to </a:t>
            </a:r>
            <a:r>
              <a:rPr lang="en-US" dirty="0">
                <a:solidFill>
                  <a:schemeClr val="accent6"/>
                </a:solidFill>
              </a:rPr>
              <a:t>Resonant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4"/>
                </a:solidFill>
              </a:rPr>
              <a:t>Frames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AC65700-0971-70B6-52BB-1C2DA213BA08}"/>
              </a:ext>
            </a:extLst>
          </p:cNvPr>
          <p:cNvSpPr txBox="1">
            <a:spLocks/>
          </p:cNvSpPr>
          <p:nvPr/>
        </p:nvSpPr>
        <p:spPr>
          <a:xfrm>
            <a:off x="9608987" y="6594666"/>
            <a:ext cx="2583013" cy="2633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i="1" dirty="0">
                <a:solidFill>
                  <a:schemeClr val="bg1"/>
                </a:solidFill>
              </a:rPr>
              <a:t>By Keaton Smith; An analyst with Ttec Services Corporation</a:t>
            </a:r>
            <a:endParaRPr lang="en-US" sz="700" i="1" dirty="0">
              <a:solidFill>
                <a:schemeClr val="accent4"/>
              </a:solidFill>
            </a:endParaRPr>
          </a:p>
        </p:txBody>
      </p:sp>
      <p:pic>
        <p:nvPicPr>
          <p:cNvPr id="8" name="Graphic 7" descr="Continuous Improvement with solid fill">
            <a:extLst>
              <a:ext uri="{FF2B5EF4-FFF2-40B4-BE49-F238E27FC236}">
                <a16:creationId xmlns:a16="http://schemas.microsoft.com/office/drawing/2014/main" id="{05F4CEB0-DA6C-A29A-0918-6FE054DDF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2889" y="-1111"/>
            <a:ext cx="6859112" cy="685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57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7B447F-D8B7-A185-D51E-44FA36106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65EBD-81C1-1B9E-07C0-7E8F5A7B6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2763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The Goal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5897CC0-BF3E-6041-7B5F-544A71CDC8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1542315"/>
            <a:ext cx="1050704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Imagine hitting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every green light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on the way to work – smooth, uninterrupted 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resonant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sales team works the same way: each activity timed perfectly, no idle waiting or collision.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Maximize momentum, minimize friction in daily sales operations.</a:t>
            </a:r>
          </a:p>
        </p:txBody>
      </p:sp>
    </p:spTree>
    <p:extLst>
      <p:ext uri="{BB962C8B-B14F-4D97-AF65-F5344CB8AC3E}">
        <p14:creationId xmlns:p14="http://schemas.microsoft.com/office/powerpoint/2010/main" val="874874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7D11A-40B6-ACB6-E1B8-D38AD99DB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7C985-68CC-9FD5-E3EB-36B2CB0F9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2763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Team Structure: 7 Roles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35D3534-1267-5407-42F9-B029D4AF6A6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1535812"/>
            <a:ext cx="10009428" cy="3612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 dirty="0">
                <a:solidFill>
                  <a:schemeClr val="bg1"/>
                </a:solidFill>
              </a:rPr>
              <a:t>1 Interface Nodule:</a:t>
            </a:r>
            <a:r>
              <a:rPr lang="en-US" sz="1800" dirty="0">
                <a:solidFill>
                  <a:schemeClr val="bg1"/>
                </a:solidFill>
              </a:rPr>
              <a:t> Guides the team and links with upper management strategy.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b="1" dirty="0">
                <a:solidFill>
                  <a:schemeClr val="bg1"/>
                </a:solidFill>
              </a:rPr>
              <a:t>1 Feedback Nodule:</a:t>
            </a:r>
            <a:r>
              <a:rPr lang="en-US" sz="1800" dirty="0">
                <a:solidFill>
                  <a:schemeClr val="bg1"/>
                </a:solidFill>
              </a:rPr>
              <a:t> Tracks metrics live, gives immediate insights (the team’s “dashboard”).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b="1" dirty="0">
                <a:solidFill>
                  <a:schemeClr val="bg1"/>
                </a:solidFill>
              </a:rPr>
              <a:t>2 Support Nodules:</a:t>
            </a:r>
            <a:r>
              <a:rPr lang="en-US" sz="1800" dirty="0">
                <a:solidFill>
                  <a:schemeClr val="bg1"/>
                </a:solidFill>
              </a:rPr>
              <a:t> Research leads, prep materials, handle admin – keep engines running.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b="1" dirty="0">
                <a:solidFill>
                  <a:schemeClr val="bg1"/>
                </a:solidFill>
              </a:rPr>
              <a:t>3 Core Nodules:</a:t>
            </a:r>
            <a:r>
              <a:rPr lang="en-US" sz="1800" dirty="0">
                <a:solidFill>
                  <a:schemeClr val="bg1"/>
                </a:solidFill>
              </a:rPr>
              <a:t> Frontline sales reps driving deals and revenue.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i="1" dirty="0">
                <a:solidFill>
                  <a:schemeClr val="bg1"/>
                </a:solidFill>
              </a:rPr>
              <a:t>Why 7?</a:t>
            </a:r>
            <a:r>
              <a:rPr lang="en-US" sz="1800" dirty="0">
                <a:solidFill>
                  <a:schemeClr val="bg1"/>
                </a:solidFill>
              </a:rPr>
              <a:t> It’s the optimal size for </a:t>
            </a:r>
            <a:r>
              <a:rPr lang="en-US" sz="1800" dirty="0">
                <a:solidFill>
                  <a:schemeClr val="accent6"/>
                </a:solidFill>
              </a:rPr>
              <a:t>communication and speed</a:t>
            </a:r>
            <a:r>
              <a:rPr lang="en-US" sz="1800" dirty="0">
                <a:solidFill>
                  <a:schemeClr val="bg1"/>
                </a:solidFill>
              </a:rPr>
              <a:t> – small enough to stay coordinated, large enough to cover all functions.</a:t>
            </a:r>
          </a:p>
        </p:txBody>
      </p:sp>
    </p:spTree>
    <p:extLst>
      <p:ext uri="{BB962C8B-B14F-4D97-AF65-F5344CB8AC3E}">
        <p14:creationId xmlns:p14="http://schemas.microsoft.com/office/powerpoint/2010/main" val="411486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DE777-7281-ECA7-BEC6-6589EF2E4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3C21-EB3A-9563-ED71-E975D1292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2763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A Day in the Life: The Rhythm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73F3F6-69FA-0E9D-DB7F-08B613345A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671691"/>
            <a:ext cx="10145168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08:30 Morning Huddle (15 min):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Whole team sync – review yesterday’s results, set daily game plan collaboratively. Team chooses a lunch period.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(Establishes the day’s rhythm)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09:00–11:30 Focus Block 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All sellers on calls;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(All “in flow” – minimal interruptions.)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11:30 Quick Stand-up (5 min):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Share any urgent findings. If calls going great, keep it up; if not, adjust scripts or targeting.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(Immediate feedback loop.)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i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11:40 – 12:00 Prep &amp; QA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: support researching next prospects; feedback watching/ taking live stats; Interface and support researching leads for Core to call.</a:t>
            </a:r>
            <a:endParaRPr kumimoji="0" lang="en-US" altLang="en-US" sz="1800" b="0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13:00–15:30 Focus Block 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Continue outreach. Everyone knows their role for this block; same intensity, same coordination.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15:30 Debrief &amp; QA: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Short meeting to recap wins/challenges. Support starts prepping for tomorrow (e.g., compile new lead list). Feedback analyst updates the dashboard and flags anything for manager’s attention.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End of Day: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Team closes together – all updates done, no loose ends.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(Team “closes the loop” to be ready for next cycle.)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Breaks are team determined on a schedule. Higher sales/ adherence pick slots at priority.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93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D792EC-FECA-54A1-D3C4-82089D5FE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821F-A548-E5F4-FA50-3545BCAF5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0"/>
            <a:ext cx="6327381" cy="1047889"/>
          </a:xfrm>
        </p:spPr>
        <p:txBody>
          <a:bodyPr>
            <a:normAutofit fontScale="90000"/>
          </a:bodyPr>
          <a:lstStyle/>
          <a:p>
            <a:pPr algn="l"/>
            <a:r>
              <a:rPr lang="en-US" sz="8800" dirty="0">
                <a:solidFill>
                  <a:schemeClr val="accent4"/>
                </a:solidFill>
              </a:rPr>
              <a:t>Core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sz="8800" dirty="0">
                <a:solidFill>
                  <a:schemeClr val="accent2"/>
                </a:solidFill>
              </a:rPr>
              <a:t>Functions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8" name="Graphic 7" descr="Circles with lines outline">
            <a:extLst>
              <a:ext uri="{FF2B5EF4-FFF2-40B4-BE49-F238E27FC236}">
                <a16:creationId xmlns:a16="http://schemas.microsoft.com/office/drawing/2014/main" id="{9A115F51-58FB-342D-7B42-DB3CF1548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2888" y="-1112"/>
            <a:ext cx="6859112" cy="685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76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05566A-CC37-C495-B9AB-A436EBC66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C5E7-65A3-5E64-D0B8-46FD59280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026196" cy="82763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Time Adherence: Listening for the Beat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9211661-74A2-C1D0-E782-987BC97A96A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-1" y="1705830"/>
            <a:ext cx="1201401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Doing the right activity at the right time, consistently.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Think of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steady drumbeat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high time-adherence means the team sticks to its schedule/routine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like a metronome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Analogy: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If prospecting calls are planned 9–11:30, everyone is dialing in that window (no drift). This yields more contacts (because momentum builds) and less context switching.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Why it matters: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Like athletes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in sync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or dancers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in a routine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timing boosts efficiency and confidence. The team can predict outcomes better (“We usually close 3 opportunities by lunch when we keep the pace”).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Support Nodules do a lot for the team in this area by keeping things moving smoothly.</a:t>
            </a:r>
          </a:p>
        </p:txBody>
      </p:sp>
    </p:spTree>
    <p:extLst>
      <p:ext uri="{BB962C8B-B14F-4D97-AF65-F5344CB8AC3E}">
        <p14:creationId xmlns:p14="http://schemas.microsoft.com/office/powerpoint/2010/main" val="2785621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80A364-E157-B3E1-23B4-349567EE1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70D0B-51B8-2847-8E56-89FEFDB1F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239778" cy="82763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Gladiator Force: Structure and Flexibility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C7D7D27-B987-FFFA-F2C4-5D4960BBC2F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1245576"/>
            <a:ext cx="10692473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How open or closed the team is to change and outside influence.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Analogy: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Think of your favorite door – sometimes you close it to focus (structure), sometimes you open it to collaborate (flexibility).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Optimal Balance: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Not so rigid that new ideas or leads can’t get in.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(Too closed = missed opportunities.)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Not so open that you’re constantly distracted by noise (random emails, unscreened leads).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(Too open = lost focus.)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 Practice: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Interface Nodule filters external requests – urgent client issue comes, yes address it, but random low-priority tasks, maybe later. Team has a clear game plan (structure) but can adjust if data/feedback says so (flexible).</a:t>
            </a: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Interface &amp; Feedback Nodules do a lot for the team in this area by keeping things in focus.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959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FB875-6506-FFE1-2753-A48EB6753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E0BA2-25BA-2851-E108-5C4731E62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239778" cy="82763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Ki: The Heartbeat Itself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16448D-A0A5-9FDC-0924-F341FAA436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1477517"/>
            <a:ext cx="11286499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natural cycle or tempo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of team operations. It’s the rhythm of review and renewal.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Analogy: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Your heartbeat adapts when you exercise vs. rest. Similarly, a sales team has cycles – daily grind, weekly strategy, monthly goals.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Examples: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Daily rhythm (as we saw): work sprints and breaks.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Weekly rhythm: e.g., Mondays plan, Tue-Thu heavy selling, Friday afternoon retrospective. This is yours to decide!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Ki = finding that sweet spot: not changing things every hour (chaotic), not waiting 6 months to adjust (stagnant).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Benefit: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When the team follows an internal cadence, everyone anticipates what's next. It reduces stress – no sudden panics, just steady cycles of effort and recovery. Teams that respect this “heartbeat” tend to sustain performance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without burnout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2628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DC08E-4AFB-65D2-95F5-39AFFECC1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35C94-D39D-F8F6-3096-818725789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0"/>
            <a:ext cx="9043884" cy="1081261"/>
          </a:xfrm>
        </p:spPr>
        <p:txBody>
          <a:bodyPr>
            <a:normAutofit fontScale="90000"/>
          </a:bodyPr>
          <a:lstStyle/>
          <a:p>
            <a:pPr algn="l"/>
            <a:r>
              <a:rPr lang="en-US" sz="8800" dirty="0">
                <a:solidFill>
                  <a:schemeClr val="accent2"/>
                </a:solidFill>
              </a:rPr>
              <a:t>Degrees</a:t>
            </a:r>
            <a:r>
              <a:rPr lang="en-US" sz="8800" dirty="0">
                <a:solidFill>
                  <a:schemeClr val="accent6"/>
                </a:solidFill>
              </a:rPr>
              <a:t> </a:t>
            </a:r>
            <a:r>
              <a:rPr lang="en-US" sz="8800" dirty="0">
                <a:solidFill>
                  <a:schemeClr val="bg1"/>
                </a:solidFill>
              </a:rPr>
              <a:t>of</a:t>
            </a:r>
            <a:r>
              <a:rPr lang="en-US" sz="8800" dirty="0">
                <a:solidFill>
                  <a:schemeClr val="accent6"/>
                </a:solidFill>
              </a:rPr>
              <a:t> </a:t>
            </a:r>
            <a:r>
              <a:rPr lang="en-US" sz="8800" dirty="0">
                <a:solidFill>
                  <a:schemeClr val="accent4"/>
                </a:solidFill>
              </a:rPr>
              <a:t>Freedom</a:t>
            </a:r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10" name="Graphic 9" descr="Disconnected outline">
            <a:extLst>
              <a:ext uri="{FF2B5EF4-FFF2-40B4-BE49-F238E27FC236}">
                <a16:creationId xmlns:a16="http://schemas.microsoft.com/office/drawing/2014/main" id="{11164FB0-9CEA-7FC2-BF0F-E229FD1D4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326038" y="-7962"/>
            <a:ext cx="6865962" cy="686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83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DA021C-D289-EBE8-A4E9-FD3AB8B6F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D3C4-86D8-68A6-6913-77FA52643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239778" cy="82763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Operational Rules of Engagement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0C2E72B-06A2-F1D1-1321-3CF53BE1D97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1616515"/>
            <a:ext cx="10472216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Protect Focus Time: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Core sellers have designated call blocks where nothing else interrupts.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(This maintains high time-adherence.)</a:t>
            </a:r>
            <a:endParaRPr lang="en-US" altLang="en-US" sz="1800" i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Real-Time Metrics Visible: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live dashboard (calls made, conversion %, etc.) is visible to all during the day. If numbers dip, everyone knows and can help.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(Transparency + immediate feedback.) – This will be a series of salesforce reports available to the team.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Quick Pivots Allowed: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If data by mid-day shows a tactic isn’t working (e.g., script A is flopping), team swaps to plan B without needing high-level approval.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(Flexibility to adapt – proper use of Gladiator Force.)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Roles Are Trusted: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Each person sticks to their primary role during focus time. Sellers sell, support preps and helps when not selling, analyst monitors frequently while selling – no micromanaging.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(Clear division keeps the machine running smoothly.)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End-of-Day Reset: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Everyone updates the CRM, shares what they learned, and preps for tomorrow before logging off.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(Closes the loop, so tomorrow starts clean and in-sync.)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226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1CDAA9-22FB-B2D9-8135-44610DD7A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C62FD-C34C-B4BB-F977-9D7323DE4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239778" cy="82763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Team Roles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CFD4DC-4B9F-6CE4-2DB1-4CF1839D6F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1124269"/>
            <a:ext cx="1161354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Interface Nodule: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Shields the team from chaos. Provides air cover (e.g., handles upper management asks). Keeps team aligned to goals and removes roadblocks.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Success = team can focus on selling.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Feedback Nodule: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The numbers guru. Keeps track of team performance and market responses. Signals when to course-correct.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Success = no surprise misses; team always informed.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Research Nodule (Support):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Digs up quality leads, insights on prospects.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Success = sellers always have someone to call next, with talking points ready.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Support Nodule 2 (Team Decides):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Up to the team to determine their needs. This may even float between nodules. Until determined, 4 Core Sellers will be in the frame.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Success = raising team performance by easing burdens while not selling on the phone.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3 Core Sellers (Producers):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Engage prospects, demo products, close deals.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Success = hitting or exceeding sales targets by focusing on high-value activities exclusively.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All Roles: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Cross-trained enough to fill in briefly for each other. They share a common goal and help each other without being asked when metrics or situations call for it.</a:t>
            </a:r>
          </a:p>
        </p:txBody>
      </p:sp>
    </p:spTree>
    <p:extLst>
      <p:ext uri="{BB962C8B-B14F-4D97-AF65-F5344CB8AC3E}">
        <p14:creationId xmlns:p14="http://schemas.microsoft.com/office/powerpoint/2010/main" val="3813047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50C449-E15C-B015-399E-AE7D8EA4E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57DBF-33ED-9BC9-B180-EF1D839E6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239778" cy="82763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Resonant</a:t>
            </a:r>
            <a:r>
              <a:rPr lang="en-US" dirty="0">
                <a:solidFill>
                  <a:schemeClr val="bg1"/>
                </a:solidFill>
              </a:rPr>
              <a:t> Feedback: Staying in Tune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990D4A-2251-6D17-4C3A-40BF2527AFE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1096057"/>
            <a:ext cx="11613547" cy="5134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 dirty="0">
                <a:solidFill>
                  <a:schemeClr val="bg1"/>
                </a:solidFill>
              </a:rPr>
              <a:t>Blameless Feedback:</a:t>
            </a:r>
            <a:r>
              <a:rPr lang="en-US" sz="1800" dirty="0">
                <a:solidFill>
                  <a:schemeClr val="bg1"/>
                </a:solidFill>
              </a:rPr>
              <a:t> Data is feedback, not finger-pointing. If numbers slip, team asks “what can we tweak?” not “who messed up?”.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b="1" dirty="0">
                <a:solidFill>
                  <a:schemeClr val="bg1"/>
                </a:solidFill>
              </a:rPr>
              <a:t>Immediate Small Corrections:</a:t>
            </a:r>
            <a:r>
              <a:rPr lang="en-US" sz="1800" dirty="0">
                <a:solidFill>
                  <a:schemeClr val="bg1"/>
                </a:solidFill>
              </a:rPr>
              <a:t> Instead of waiting for monthly reviews, tiny adjustments happen daily (or hourly). </a:t>
            </a:r>
            <a:r>
              <a:rPr lang="en-US" sz="1800" i="1" dirty="0">
                <a:solidFill>
                  <a:schemeClr val="bg1"/>
                </a:solidFill>
              </a:rPr>
              <a:t>Ex:</a:t>
            </a:r>
            <a:r>
              <a:rPr lang="en-US" sz="1800" dirty="0">
                <a:solidFill>
                  <a:schemeClr val="bg1"/>
                </a:solidFill>
              </a:rPr>
              <a:t> Noticing many voicemails? Try a new call opener by next hour.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b="1" dirty="0">
                <a:solidFill>
                  <a:schemeClr val="bg1"/>
                </a:solidFill>
              </a:rPr>
              <a:t>Positive Reinforcement:</a:t>
            </a:r>
            <a:r>
              <a:rPr lang="en-US" sz="1800" dirty="0">
                <a:solidFill>
                  <a:schemeClr val="bg1"/>
                </a:solidFill>
              </a:rPr>
              <a:t> Celebrate the micro-wins. </a:t>
            </a:r>
            <a:r>
              <a:rPr lang="en-US" sz="1800" i="1" dirty="0">
                <a:solidFill>
                  <a:schemeClr val="bg1"/>
                </a:solidFill>
              </a:rPr>
              <a:t>Ex:</a:t>
            </a:r>
            <a:r>
              <a:rPr lang="en-US" sz="1800" dirty="0">
                <a:solidFill>
                  <a:schemeClr val="bg1"/>
                </a:solidFill>
              </a:rPr>
              <a:t> “Great job team – we all kept to the schedule today and booked 5 meetings by 3pm! Let’s keep that energy.”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b="1" dirty="0">
                <a:solidFill>
                  <a:schemeClr val="bg1"/>
                </a:solidFill>
              </a:rPr>
              <a:t>Continuous Learning:</a:t>
            </a:r>
            <a:r>
              <a:rPr lang="en-US" sz="1800" dirty="0">
                <a:solidFill>
                  <a:schemeClr val="bg1"/>
                </a:solidFill>
              </a:rPr>
              <a:t> Every afternoon debrief, discuss one lesson. It can be quick. Over time, these accumulate into best practices.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b="1" dirty="0">
                <a:solidFill>
                  <a:schemeClr val="bg1"/>
                </a:solidFill>
              </a:rPr>
              <a:t>No Surprises Policy:</a:t>
            </a:r>
            <a:r>
              <a:rPr lang="en-US" sz="1800" dirty="0">
                <a:solidFill>
                  <a:schemeClr val="bg1"/>
                </a:solidFill>
              </a:rPr>
              <a:t> Because of constant feedback, by end of quarter the outcome is not a shock. The team has been course-correcting all along, so they either already hit the goal or saw it coming and adjusted expectations with management early.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83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307D9-940A-6B37-6F59-E918E7F43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B18BD-E24C-2EED-7CA4-45672915F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0"/>
            <a:ext cx="11179709" cy="1081261"/>
          </a:xfrm>
        </p:spPr>
        <p:txBody>
          <a:bodyPr>
            <a:normAutofit fontScale="90000"/>
          </a:bodyPr>
          <a:lstStyle/>
          <a:p>
            <a:pPr algn="l"/>
            <a:r>
              <a:rPr lang="en-US" sz="8800" dirty="0">
                <a:solidFill>
                  <a:schemeClr val="accent2"/>
                </a:solidFill>
              </a:rPr>
              <a:t>Summary</a:t>
            </a:r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12" name="Graphic 11" descr="Workflow outline">
            <a:extLst>
              <a:ext uri="{FF2B5EF4-FFF2-40B4-BE49-F238E27FC236}">
                <a16:creationId xmlns:a16="http://schemas.microsoft.com/office/drawing/2014/main" id="{E01E1626-F191-2BE0-EB96-3C7EAE39F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9562" y="5562"/>
            <a:ext cx="6852438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81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12474-8567-454B-E8F5-27051B16A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C063D-9D40-6A79-AF81-E90246B9E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239778" cy="82763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Resonant</a:t>
            </a:r>
            <a:r>
              <a:rPr lang="en-US" dirty="0">
                <a:solidFill>
                  <a:schemeClr val="bg1"/>
                </a:solidFill>
              </a:rPr>
              <a:t> Feedback: Staying in Tune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E092749-1559-382D-406B-2B2EACC375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1954999"/>
            <a:ext cx="1156015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 operate as a cohesive 7-person unit, each part doing its job in time, like a well-rehearsed band.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We’ve structured our day and roles to maximize selling time and minimize anything that slows us down.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 use data and feedback in real-time – think of it as always tuning our instrument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we play, so we never get far off-key.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Result: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More calls, better conversations, and higher sales, without feeling chaotic. In fact, work feels easier because we’re in the 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When we’re resonating, it’s like cruising on all green lights – we get to our destination faster and happier. This is the rhythm of success for our team!</a:t>
            </a:r>
          </a:p>
        </p:txBody>
      </p:sp>
    </p:spTree>
    <p:extLst>
      <p:ext uri="{BB962C8B-B14F-4D97-AF65-F5344CB8AC3E}">
        <p14:creationId xmlns:p14="http://schemas.microsoft.com/office/powerpoint/2010/main" val="3481220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86D30F-1D5C-7BC7-1312-9549637E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778E4-B48A-C2C6-6EB5-7E111D2E9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239778" cy="82763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Pilot </a:t>
            </a:r>
            <a:r>
              <a:rPr lang="en-US" dirty="0">
                <a:solidFill>
                  <a:schemeClr val="bg1"/>
                </a:solidFill>
              </a:rPr>
              <a:t>Length &amp;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6801A9-DF51-54AA-576A-6882FAA31BF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" y="2093498"/>
            <a:ext cx="996495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Try It Out: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Follow this template for the next 2 weeks. Be disciplined with the schedule and honest with the feedback.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Track Improvements: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Watch our key metrics (calls, conversions, revenue). We expect to see an uptick!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Iterate: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We’ll review what worked and what didn’t. This framework is flexible – we can adjust the rhythm as needed.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Questions/Discussion: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Let’s address any concerns or ideas. Your input will help fine-tune our resonant way of working.</a:t>
            </a:r>
          </a:p>
        </p:txBody>
      </p:sp>
    </p:spTree>
    <p:extLst>
      <p:ext uri="{BB962C8B-B14F-4D97-AF65-F5344CB8AC3E}">
        <p14:creationId xmlns:p14="http://schemas.microsoft.com/office/powerpoint/2010/main" val="971070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ADE5D-A625-7938-4B64-DACE82C9E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13256-C076-76D7-82F1-C520BAF63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0"/>
            <a:ext cx="11179709" cy="1081261"/>
          </a:xfrm>
        </p:spPr>
        <p:txBody>
          <a:bodyPr>
            <a:normAutofit fontScale="90000"/>
          </a:bodyPr>
          <a:lstStyle/>
          <a:p>
            <a:pPr algn="l"/>
            <a:r>
              <a:rPr lang="en-US" sz="8800">
                <a:solidFill>
                  <a:schemeClr val="accent4"/>
                </a:solidFill>
              </a:rPr>
              <a:t>Questions?</a:t>
            </a:r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14" name="Graphic 13" descr="Circular flowchart outline">
            <a:extLst>
              <a:ext uri="{FF2B5EF4-FFF2-40B4-BE49-F238E27FC236}">
                <a16:creationId xmlns:a16="http://schemas.microsoft.com/office/drawing/2014/main" id="{2D0D3457-7F6D-C890-8437-6D207FD48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2888" y="-1112"/>
            <a:ext cx="6859112" cy="685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29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1660</Words>
  <Application>Microsoft Office PowerPoint</Application>
  <PresentationFormat>Widescreen</PresentationFormat>
  <Paragraphs>132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Resonant Organization Primer</vt:lpstr>
      <vt:lpstr>The Goal</vt:lpstr>
      <vt:lpstr>Team Structure: 7 Roles</vt:lpstr>
      <vt:lpstr>A Day in the Life: The Rhythm</vt:lpstr>
      <vt:lpstr>Core Functions</vt:lpstr>
      <vt:lpstr>Time Adherence: Listening for the Beat</vt:lpstr>
      <vt:lpstr>Gladiator Force: Structure and Flexibility</vt:lpstr>
      <vt:lpstr>Ki: The Heartbeat Itself</vt:lpstr>
      <vt:lpstr>Degrees of Freedom</vt:lpstr>
      <vt:lpstr>Operational Rules of Engagement</vt:lpstr>
      <vt:lpstr>Team Roles</vt:lpstr>
      <vt:lpstr>Resonant Feedback: Staying in Tune</vt:lpstr>
      <vt:lpstr>Summary</vt:lpstr>
      <vt:lpstr>Resonant Feedback: Staying in Tune</vt:lpstr>
      <vt:lpstr>Pilot Length &amp; Scope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Keaton Smith</dc:creator>
  <cp:lastModifiedBy>Smith, Keaton</cp:lastModifiedBy>
  <cp:revision>3</cp:revision>
  <dcterms:created xsi:type="dcterms:W3CDTF">2025-04-26T14:48:27Z</dcterms:created>
  <dcterms:modified xsi:type="dcterms:W3CDTF">2025-12-01T03:17:45Z</dcterms:modified>
</cp:coreProperties>
</file>