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5" r:id="rId5"/>
    <p:sldId id="267" r:id="rId6"/>
    <p:sldId id="268" r:id="rId7"/>
    <p:sldId id="260" r:id="rId8"/>
    <p:sldId id="259" r:id="rId9"/>
    <p:sldId id="261" r:id="rId10"/>
    <p:sldId id="262" r:id="rId11"/>
    <p:sldId id="263" r:id="rId12"/>
    <p:sldId id="264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A57F"/>
    <a:srgbClr val="D45E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57882B-FB58-4081-B023-E1978F00B032}" v="696" dt="2025-06-26T04:25:22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77" d="100"/>
          <a:sy n="77" d="100"/>
        </p:scale>
        <p:origin x="54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aton Smith" userId="43f47a3b4c49c735" providerId="LiveId" clId="{8357882B-FB58-4081-B023-E1978F00B032}"/>
    <pc:docChg chg="undo custSel addSld delSld modSld sldOrd">
      <pc:chgData name="Keaton Smith" userId="43f47a3b4c49c735" providerId="LiveId" clId="{8357882B-FB58-4081-B023-E1978F00B032}" dt="2025-06-26T04:25:24.826" v="2940" actId="478"/>
      <pc:docMkLst>
        <pc:docMk/>
      </pc:docMkLst>
      <pc:sldChg chg="addSp delSp modSp mod setBg">
        <pc:chgData name="Keaton Smith" userId="43f47a3b4c49c735" providerId="LiveId" clId="{8357882B-FB58-4081-B023-E1978F00B032}" dt="2025-06-26T03:53:21.068" v="1625" actId="207"/>
        <pc:sldMkLst>
          <pc:docMk/>
          <pc:sldMk cId="555969497" sldId="256"/>
        </pc:sldMkLst>
        <pc:spChg chg="mod">
          <ac:chgData name="Keaton Smith" userId="43f47a3b4c49c735" providerId="LiveId" clId="{8357882B-FB58-4081-B023-E1978F00B032}" dt="2025-06-26T03:02:20.406" v="758" actId="207"/>
          <ac:spMkLst>
            <pc:docMk/>
            <pc:sldMk cId="555969497" sldId="256"/>
            <ac:spMk id="2" creationId="{BDB3D416-CFE6-B0C6-D0AA-0295612CF371}"/>
          </ac:spMkLst>
        </pc:spChg>
        <pc:spChg chg="mod">
          <ac:chgData name="Keaton Smith" userId="43f47a3b4c49c735" providerId="LiveId" clId="{8357882B-FB58-4081-B023-E1978F00B032}" dt="2025-06-26T03:02:20.406" v="758" actId="207"/>
          <ac:spMkLst>
            <pc:docMk/>
            <pc:sldMk cId="555969497" sldId="256"/>
            <ac:spMk id="3" creationId="{54424B08-6FD7-FBCA-616C-21D2C72237ED}"/>
          </ac:spMkLst>
        </pc:spChg>
        <pc:spChg chg="add mod">
          <ac:chgData name="Keaton Smith" userId="43f47a3b4c49c735" providerId="LiveId" clId="{8357882B-FB58-4081-B023-E1978F00B032}" dt="2025-06-26T03:02:20.406" v="758" actId="207"/>
          <ac:spMkLst>
            <pc:docMk/>
            <pc:sldMk cId="555969497" sldId="256"/>
            <ac:spMk id="4" creationId="{A1F06625-DB47-E8C1-8D22-D7C757B471E9}"/>
          </ac:spMkLst>
        </pc:spChg>
        <pc:spChg chg="add mod">
          <ac:chgData name="Keaton Smith" userId="43f47a3b4c49c735" providerId="LiveId" clId="{8357882B-FB58-4081-B023-E1978F00B032}" dt="2025-06-26T03:02:20.406" v="758" actId="207"/>
          <ac:spMkLst>
            <pc:docMk/>
            <pc:sldMk cId="555969497" sldId="256"/>
            <ac:spMk id="5" creationId="{145514E8-9022-38CC-6093-C41589733CE5}"/>
          </ac:spMkLst>
        </pc:spChg>
        <pc:spChg chg="add del mod">
          <ac:chgData name="Keaton Smith" userId="43f47a3b4c49c735" providerId="LiveId" clId="{8357882B-FB58-4081-B023-E1978F00B032}" dt="2025-06-26T02:10:38.123" v="184" actId="478"/>
          <ac:spMkLst>
            <pc:docMk/>
            <pc:sldMk cId="555969497" sldId="256"/>
            <ac:spMk id="6" creationId="{9CF76006-9FA9-3E1D-3A5E-703D7D3EE42E}"/>
          </ac:spMkLst>
        </pc:spChg>
        <pc:spChg chg="del">
          <ac:chgData name="Keaton Smith" userId="43f47a3b4c49c735" providerId="LiveId" clId="{8357882B-FB58-4081-B023-E1978F00B032}" dt="2025-06-26T02:15:02.248" v="208" actId="478"/>
          <ac:spMkLst>
            <pc:docMk/>
            <pc:sldMk cId="555969497" sldId="256"/>
            <ac:spMk id="16" creationId="{BE4A07B7-A13B-C200-4432-BE10F803765D}"/>
          </ac:spMkLst>
        </pc:spChg>
        <pc:spChg chg="del mod">
          <ac:chgData name="Keaton Smith" userId="43f47a3b4c49c735" providerId="LiveId" clId="{8357882B-FB58-4081-B023-E1978F00B032}" dt="2025-06-26T02:15:02.248" v="208" actId="478"/>
          <ac:spMkLst>
            <pc:docMk/>
            <pc:sldMk cId="555969497" sldId="256"/>
            <ac:spMk id="17" creationId="{B41BB55C-1A58-23FF-CAE2-3E40DA3159A3}"/>
          </ac:spMkLst>
        </pc:spChg>
        <pc:spChg chg="del">
          <ac:chgData name="Keaton Smith" userId="43f47a3b4c49c735" providerId="LiveId" clId="{8357882B-FB58-4081-B023-E1978F00B032}" dt="2025-06-26T02:15:02.248" v="208" actId="478"/>
          <ac:spMkLst>
            <pc:docMk/>
            <pc:sldMk cId="555969497" sldId="256"/>
            <ac:spMk id="18" creationId="{1173842F-B03C-F1A1-6C3E-8736D89780E4}"/>
          </ac:spMkLst>
        </pc:spChg>
        <pc:spChg chg="del mod">
          <ac:chgData name="Keaton Smith" userId="43f47a3b4c49c735" providerId="LiveId" clId="{8357882B-FB58-4081-B023-E1978F00B032}" dt="2025-06-26T02:15:02.248" v="208" actId="478"/>
          <ac:spMkLst>
            <pc:docMk/>
            <pc:sldMk cId="555969497" sldId="256"/>
            <ac:spMk id="19" creationId="{44C8117C-E540-D6F5-3EC9-A3DA5ECA3C36}"/>
          </ac:spMkLst>
        </pc:spChg>
        <pc:spChg chg="del">
          <ac:chgData name="Keaton Smith" userId="43f47a3b4c49c735" providerId="LiveId" clId="{8357882B-FB58-4081-B023-E1978F00B032}" dt="2025-06-26T02:15:02.248" v="208" actId="478"/>
          <ac:spMkLst>
            <pc:docMk/>
            <pc:sldMk cId="555969497" sldId="256"/>
            <ac:spMk id="20" creationId="{27E1DBFF-D386-8166-4D3C-0B10029F9BEF}"/>
          </ac:spMkLst>
        </pc:spChg>
        <pc:spChg chg="del">
          <ac:chgData name="Keaton Smith" userId="43f47a3b4c49c735" providerId="LiveId" clId="{8357882B-FB58-4081-B023-E1978F00B032}" dt="2025-06-26T02:15:02.248" v="208" actId="478"/>
          <ac:spMkLst>
            <pc:docMk/>
            <pc:sldMk cId="555969497" sldId="256"/>
            <ac:spMk id="21" creationId="{1FEBBF23-CE51-78ED-2AEA-E2F7290DE724}"/>
          </ac:spMkLst>
        </pc:spChg>
        <pc:spChg chg="del">
          <ac:chgData name="Keaton Smith" userId="43f47a3b4c49c735" providerId="LiveId" clId="{8357882B-FB58-4081-B023-E1978F00B032}" dt="2025-06-26T02:14:31.218" v="203" actId="478"/>
          <ac:spMkLst>
            <pc:docMk/>
            <pc:sldMk cId="555969497" sldId="256"/>
            <ac:spMk id="22" creationId="{EB6AAE45-8A24-A968-8793-D1A7A3035DE7}"/>
          </ac:spMkLst>
        </pc:spChg>
        <pc:spChg chg="del">
          <ac:chgData name="Keaton Smith" userId="43f47a3b4c49c735" providerId="LiveId" clId="{8357882B-FB58-4081-B023-E1978F00B032}" dt="2025-06-26T02:14:30.378" v="202" actId="478"/>
          <ac:spMkLst>
            <pc:docMk/>
            <pc:sldMk cId="555969497" sldId="256"/>
            <ac:spMk id="23" creationId="{58502CF9-D0C6-81D3-C2B2-19DC82BDA588}"/>
          </ac:spMkLst>
        </pc:spChg>
        <pc:spChg chg="del">
          <ac:chgData name="Keaton Smith" userId="43f47a3b4c49c735" providerId="LiveId" clId="{8357882B-FB58-4081-B023-E1978F00B032}" dt="2025-06-26T02:14:31.707" v="204" actId="478"/>
          <ac:spMkLst>
            <pc:docMk/>
            <pc:sldMk cId="555969497" sldId="256"/>
            <ac:spMk id="24" creationId="{395AECFE-0DE1-49A8-2D30-1F720FB2B8C3}"/>
          </ac:spMkLst>
        </pc:spChg>
        <pc:spChg chg="del mod">
          <ac:chgData name="Keaton Smith" userId="43f47a3b4c49c735" providerId="LiveId" clId="{8357882B-FB58-4081-B023-E1978F00B032}" dt="2025-06-26T02:14:33.668" v="207" actId="478"/>
          <ac:spMkLst>
            <pc:docMk/>
            <pc:sldMk cId="555969497" sldId="256"/>
            <ac:spMk id="25" creationId="{437F306A-9371-1678-B1D1-5D0E3054D00A}"/>
          </ac:spMkLst>
        </pc:spChg>
        <pc:spChg chg="del mod">
          <ac:chgData name="Keaton Smith" userId="43f47a3b4c49c735" providerId="LiveId" clId="{8357882B-FB58-4081-B023-E1978F00B032}" dt="2025-06-26T02:14:32.529" v="205" actId="478"/>
          <ac:spMkLst>
            <pc:docMk/>
            <pc:sldMk cId="555969497" sldId="256"/>
            <ac:spMk id="26" creationId="{F07EB8E1-4EE3-9C05-1C51-03F7DB04C631}"/>
          </ac:spMkLst>
        </pc:spChg>
        <pc:spChg chg="del">
          <ac:chgData name="Keaton Smith" userId="43f47a3b4c49c735" providerId="LiveId" clId="{8357882B-FB58-4081-B023-E1978F00B032}" dt="2025-06-26T02:14:32.963" v="206" actId="478"/>
          <ac:spMkLst>
            <pc:docMk/>
            <pc:sldMk cId="555969497" sldId="256"/>
            <ac:spMk id="27" creationId="{3106C8B2-06F3-76D5-8B70-5D14FD2E86A4}"/>
          </ac:spMkLst>
        </pc:spChg>
        <pc:spChg chg="mod">
          <ac:chgData name="Keaton Smith" userId="43f47a3b4c49c735" providerId="LiveId" clId="{8357882B-FB58-4081-B023-E1978F00B032}" dt="2025-06-26T02:14:22.878" v="201" actId="1076"/>
          <ac:spMkLst>
            <pc:docMk/>
            <pc:sldMk cId="555969497" sldId="256"/>
            <ac:spMk id="28" creationId="{330A1322-0246-23FF-E30D-3AC9D5AB8DA0}"/>
          </ac:spMkLst>
        </pc:spChg>
        <pc:spChg chg="mod">
          <ac:chgData name="Keaton Smith" userId="43f47a3b4c49c735" providerId="LiveId" clId="{8357882B-FB58-4081-B023-E1978F00B032}" dt="2025-06-26T02:14:22.878" v="201" actId="1076"/>
          <ac:spMkLst>
            <pc:docMk/>
            <pc:sldMk cId="555969497" sldId="256"/>
            <ac:spMk id="29" creationId="{A1F0C364-FA71-72B7-64B7-03E51249BE24}"/>
          </ac:spMkLst>
        </pc:spChg>
        <pc:spChg chg="mod">
          <ac:chgData name="Keaton Smith" userId="43f47a3b4c49c735" providerId="LiveId" clId="{8357882B-FB58-4081-B023-E1978F00B032}" dt="2025-06-26T02:16:37.718" v="277" actId="1038"/>
          <ac:spMkLst>
            <pc:docMk/>
            <pc:sldMk cId="555969497" sldId="256"/>
            <ac:spMk id="30" creationId="{3B9C7B89-F482-190C-4845-E42738AC6AE6}"/>
          </ac:spMkLst>
        </pc:spChg>
        <pc:spChg chg="mod">
          <ac:chgData name="Keaton Smith" userId="43f47a3b4c49c735" providerId="LiveId" clId="{8357882B-FB58-4081-B023-E1978F00B032}" dt="2025-06-26T02:14:22.878" v="201" actId="1076"/>
          <ac:spMkLst>
            <pc:docMk/>
            <pc:sldMk cId="555969497" sldId="256"/>
            <ac:spMk id="31" creationId="{7CEBD331-18D5-6912-6AF0-DDEC88558F41}"/>
          </ac:spMkLst>
        </pc:spChg>
        <pc:spChg chg="mod">
          <ac:chgData name="Keaton Smith" userId="43f47a3b4c49c735" providerId="LiveId" clId="{8357882B-FB58-4081-B023-E1978F00B032}" dt="2025-06-26T03:53:21.068" v="1625" actId="207"/>
          <ac:spMkLst>
            <pc:docMk/>
            <pc:sldMk cId="555969497" sldId="256"/>
            <ac:spMk id="32" creationId="{387B0EFC-D9C3-AA93-1D50-E758FFE1590E}"/>
          </ac:spMkLst>
        </pc:spChg>
        <pc:spChg chg="mod">
          <ac:chgData name="Keaton Smith" userId="43f47a3b4c49c735" providerId="LiveId" clId="{8357882B-FB58-4081-B023-E1978F00B032}" dt="2025-06-26T02:16:37.718" v="277" actId="1038"/>
          <ac:spMkLst>
            <pc:docMk/>
            <pc:sldMk cId="555969497" sldId="256"/>
            <ac:spMk id="34" creationId="{CF948038-EAF6-6D23-FCA2-4910804E1FC5}"/>
          </ac:spMkLst>
        </pc:spChg>
        <pc:spChg chg="mod">
          <ac:chgData name="Keaton Smith" userId="43f47a3b4c49c735" providerId="LiveId" clId="{8357882B-FB58-4081-B023-E1978F00B032}" dt="2025-06-26T02:16:37.718" v="277" actId="1038"/>
          <ac:spMkLst>
            <pc:docMk/>
            <pc:sldMk cId="555969497" sldId="256"/>
            <ac:spMk id="35" creationId="{4948BF73-B0A5-05EF-DB3C-D4AEC3766CFB}"/>
          </ac:spMkLst>
        </pc:spChg>
        <pc:spChg chg="mod">
          <ac:chgData name="Keaton Smith" userId="43f47a3b4c49c735" providerId="LiveId" clId="{8357882B-FB58-4081-B023-E1978F00B032}" dt="2025-06-26T02:16:37.718" v="277" actId="1038"/>
          <ac:spMkLst>
            <pc:docMk/>
            <pc:sldMk cId="555969497" sldId="256"/>
            <ac:spMk id="36" creationId="{F0B7CAD6-A50F-2332-F891-49685FF5F7F9}"/>
          </ac:spMkLst>
        </pc:spChg>
        <pc:spChg chg="mod">
          <ac:chgData name="Keaton Smith" userId="43f47a3b4c49c735" providerId="LiveId" clId="{8357882B-FB58-4081-B023-E1978F00B032}" dt="2025-06-26T02:16:37.718" v="277" actId="1038"/>
          <ac:spMkLst>
            <pc:docMk/>
            <pc:sldMk cId="555969497" sldId="256"/>
            <ac:spMk id="39" creationId="{359437AE-14A2-0EA4-8216-36193E0BF56A}"/>
          </ac:spMkLst>
        </pc:spChg>
        <pc:spChg chg="mod">
          <ac:chgData name="Keaton Smith" userId="43f47a3b4c49c735" providerId="LiveId" clId="{8357882B-FB58-4081-B023-E1978F00B032}" dt="2025-06-26T03:53:21.068" v="1625" actId="207"/>
          <ac:spMkLst>
            <pc:docMk/>
            <pc:sldMk cId="555969497" sldId="256"/>
            <ac:spMk id="40" creationId="{5A4B7618-529E-5E5E-0810-AFFA9A96A8D7}"/>
          </ac:spMkLst>
        </pc:spChg>
        <pc:spChg chg="mod">
          <ac:chgData name="Keaton Smith" userId="43f47a3b4c49c735" providerId="LiveId" clId="{8357882B-FB58-4081-B023-E1978F00B032}" dt="2025-06-26T02:16:37.718" v="277" actId="1038"/>
          <ac:spMkLst>
            <pc:docMk/>
            <pc:sldMk cId="555969497" sldId="256"/>
            <ac:spMk id="41" creationId="{C69D945C-C2D5-69BF-B4BE-D543CA16B8E7}"/>
          </ac:spMkLst>
        </pc:spChg>
        <pc:spChg chg="add mod">
          <ac:chgData name="Keaton Smith" userId="43f47a3b4c49c735" providerId="LiveId" clId="{8357882B-FB58-4081-B023-E1978F00B032}" dt="2025-06-26T03:53:21.068" v="1625" actId="207"/>
          <ac:spMkLst>
            <pc:docMk/>
            <pc:sldMk cId="555969497" sldId="256"/>
            <ac:spMk id="42" creationId="{ABC95F45-87BE-4023-94A7-DA5AE4CC53A9}"/>
          </ac:spMkLst>
        </pc:spChg>
        <pc:spChg chg="add mod">
          <ac:chgData name="Keaton Smith" userId="43f47a3b4c49c735" providerId="LiveId" clId="{8357882B-FB58-4081-B023-E1978F00B032}" dt="2025-06-26T02:16:37.718" v="277" actId="1038"/>
          <ac:spMkLst>
            <pc:docMk/>
            <pc:sldMk cId="555969497" sldId="256"/>
            <ac:spMk id="43" creationId="{19E4C594-1DCC-F29D-16CC-423CCED58887}"/>
          </ac:spMkLst>
        </pc:spChg>
        <pc:spChg chg="add mod">
          <ac:chgData name="Keaton Smith" userId="43f47a3b4c49c735" providerId="LiveId" clId="{8357882B-FB58-4081-B023-E1978F00B032}" dt="2025-06-26T02:15:23.188" v="212" actId="1076"/>
          <ac:spMkLst>
            <pc:docMk/>
            <pc:sldMk cId="555969497" sldId="256"/>
            <ac:spMk id="44" creationId="{C5F14CE4-FC0B-727E-07B5-D1D9FA3335AD}"/>
          </ac:spMkLst>
        </pc:spChg>
        <pc:spChg chg="add mod">
          <ac:chgData name="Keaton Smith" userId="43f47a3b4c49c735" providerId="LiveId" clId="{8357882B-FB58-4081-B023-E1978F00B032}" dt="2025-06-26T02:16:37.718" v="277" actId="1038"/>
          <ac:spMkLst>
            <pc:docMk/>
            <pc:sldMk cId="555969497" sldId="256"/>
            <ac:spMk id="45" creationId="{DBE31A86-8ED9-F743-51CB-EF0C1C8DB3ED}"/>
          </ac:spMkLst>
        </pc:spChg>
        <pc:spChg chg="add mod">
          <ac:chgData name="Keaton Smith" userId="43f47a3b4c49c735" providerId="LiveId" clId="{8357882B-FB58-4081-B023-E1978F00B032}" dt="2025-06-26T02:15:23.188" v="212" actId="1076"/>
          <ac:spMkLst>
            <pc:docMk/>
            <pc:sldMk cId="555969497" sldId="256"/>
            <ac:spMk id="46" creationId="{81807076-8FDA-62B1-D3E3-9AB7A9275111}"/>
          </ac:spMkLst>
        </pc:spChg>
        <pc:spChg chg="add mod">
          <ac:chgData name="Keaton Smith" userId="43f47a3b4c49c735" providerId="LiveId" clId="{8357882B-FB58-4081-B023-E1978F00B032}" dt="2025-06-26T02:15:23.188" v="212" actId="1076"/>
          <ac:spMkLst>
            <pc:docMk/>
            <pc:sldMk cId="555969497" sldId="256"/>
            <ac:spMk id="47" creationId="{DFBF1324-6CA3-BA96-2E31-B07783B6EA20}"/>
          </ac:spMkLst>
        </pc:spChg>
        <pc:spChg chg="add mod">
          <ac:chgData name="Keaton Smith" userId="43f47a3b4c49c735" providerId="LiveId" clId="{8357882B-FB58-4081-B023-E1978F00B032}" dt="2025-06-26T02:16:37.718" v="277" actId="1038"/>
          <ac:spMkLst>
            <pc:docMk/>
            <pc:sldMk cId="555969497" sldId="256"/>
            <ac:spMk id="48" creationId="{8D9232C3-6951-F1CB-1C3A-C3B0E43B4AAF}"/>
          </ac:spMkLst>
        </pc:spChg>
        <pc:spChg chg="add mod">
          <ac:chgData name="Keaton Smith" userId="43f47a3b4c49c735" providerId="LiveId" clId="{8357882B-FB58-4081-B023-E1978F00B032}" dt="2025-06-26T02:16:37.718" v="277" actId="1038"/>
          <ac:spMkLst>
            <pc:docMk/>
            <pc:sldMk cId="555969497" sldId="256"/>
            <ac:spMk id="49" creationId="{F07606CC-CE80-9260-1E6A-146A96D35ED3}"/>
          </ac:spMkLst>
        </pc:spChg>
        <pc:spChg chg="add mod ord">
          <ac:chgData name="Keaton Smith" userId="43f47a3b4c49c735" providerId="LiveId" clId="{8357882B-FB58-4081-B023-E1978F00B032}" dt="2025-06-26T02:15:31.707" v="215" actId="167"/>
          <ac:spMkLst>
            <pc:docMk/>
            <pc:sldMk cId="555969497" sldId="256"/>
            <ac:spMk id="50" creationId="{9D8C804B-0932-CA0E-27EB-A4C57379D251}"/>
          </ac:spMkLst>
        </pc:spChg>
        <pc:spChg chg="add mod ord">
          <ac:chgData name="Keaton Smith" userId="43f47a3b4c49c735" providerId="LiveId" clId="{8357882B-FB58-4081-B023-E1978F00B032}" dt="2025-06-26T02:15:56.217" v="217" actId="14100"/>
          <ac:spMkLst>
            <pc:docMk/>
            <pc:sldMk cId="555969497" sldId="256"/>
            <ac:spMk id="51" creationId="{5A3206BC-BE6C-1BD7-2650-4BBB0C1A460C}"/>
          </ac:spMkLst>
        </pc:spChg>
        <pc:spChg chg="add mod">
          <ac:chgData name="Keaton Smith" userId="43f47a3b4c49c735" providerId="LiveId" clId="{8357882B-FB58-4081-B023-E1978F00B032}" dt="2025-06-26T02:16:59.688" v="281" actId="571"/>
          <ac:spMkLst>
            <pc:docMk/>
            <pc:sldMk cId="555969497" sldId="256"/>
            <ac:spMk id="52" creationId="{95F7CE40-17F4-0AD5-F053-1CE8BE3A437C}"/>
          </ac:spMkLst>
        </pc:spChg>
        <pc:spChg chg="add mod">
          <ac:chgData name="Keaton Smith" userId="43f47a3b4c49c735" providerId="LiveId" clId="{8357882B-FB58-4081-B023-E1978F00B032}" dt="2025-06-26T02:16:59.688" v="281" actId="571"/>
          <ac:spMkLst>
            <pc:docMk/>
            <pc:sldMk cId="555969497" sldId="256"/>
            <ac:spMk id="53" creationId="{DA221EF2-8EC6-E1AF-7993-293C47E24C37}"/>
          </ac:spMkLst>
        </pc:spChg>
        <pc:spChg chg="add mod">
          <ac:chgData name="Keaton Smith" userId="43f47a3b4c49c735" providerId="LiveId" clId="{8357882B-FB58-4081-B023-E1978F00B032}" dt="2025-06-26T02:16:59.688" v="281" actId="571"/>
          <ac:spMkLst>
            <pc:docMk/>
            <pc:sldMk cId="555969497" sldId="256"/>
            <ac:spMk id="54" creationId="{CF51E1AC-2115-6AC1-5E23-21E269D2B28C}"/>
          </ac:spMkLst>
        </pc:spChg>
        <pc:spChg chg="add mod">
          <ac:chgData name="Keaton Smith" userId="43f47a3b4c49c735" providerId="LiveId" clId="{8357882B-FB58-4081-B023-E1978F00B032}" dt="2025-06-26T02:17:42.588" v="288" actId="1076"/>
          <ac:spMkLst>
            <pc:docMk/>
            <pc:sldMk cId="555969497" sldId="256"/>
            <ac:spMk id="55" creationId="{C7A66273-23F5-4190-0B1A-4EE87531C427}"/>
          </ac:spMkLst>
        </pc:spChg>
        <pc:spChg chg="add mod">
          <ac:chgData name="Keaton Smith" userId="43f47a3b4c49c735" providerId="LiveId" clId="{8357882B-FB58-4081-B023-E1978F00B032}" dt="2025-06-26T02:17:39.417" v="287" actId="1076"/>
          <ac:spMkLst>
            <pc:docMk/>
            <pc:sldMk cId="555969497" sldId="256"/>
            <ac:spMk id="56" creationId="{75789470-69D4-F0C3-82DD-5EED94010831}"/>
          </ac:spMkLst>
        </pc:spChg>
        <pc:spChg chg="add mod">
          <ac:chgData name="Keaton Smith" userId="43f47a3b4c49c735" providerId="LiveId" clId="{8357882B-FB58-4081-B023-E1978F00B032}" dt="2025-06-26T02:17:39.417" v="287" actId="1076"/>
          <ac:spMkLst>
            <pc:docMk/>
            <pc:sldMk cId="555969497" sldId="256"/>
            <ac:spMk id="57" creationId="{9D7BC1A5-ABAE-0302-6FC6-C1D7961EF8B0}"/>
          </ac:spMkLst>
        </pc:spChg>
        <pc:spChg chg="add mod">
          <ac:chgData name="Keaton Smith" userId="43f47a3b4c49c735" providerId="LiveId" clId="{8357882B-FB58-4081-B023-E1978F00B032}" dt="2025-06-26T02:17:56.668" v="292" actId="1076"/>
          <ac:spMkLst>
            <pc:docMk/>
            <pc:sldMk cId="555969497" sldId="256"/>
            <ac:spMk id="58" creationId="{2EE7A746-F589-D702-FB88-23089BA1622E}"/>
          </ac:spMkLst>
        </pc:spChg>
        <pc:spChg chg="add mod">
          <ac:chgData name="Keaton Smith" userId="43f47a3b4c49c735" providerId="LiveId" clId="{8357882B-FB58-4081-B023-E1978F00B032}" dt="2025-06-26T02:17:59.986" v="293" actId="1076"/>
          <ac:spMkLst>
            <pc:docMk/>
            <pc:sldMk cId="555969497" sldId="256"/>
            <ac:spMk id="59" creationId="{91D93A67-00E3-098D-C9EA-014044391A94}"/>
          </ac:spMkLst>
        </pc:spChg>
        <pc:spChg chg="add mod">
          <ac:chgData name="Keaton Smith" userId="43f47a3b4c49c735" providerId="LiveId" clId="{8357882B-FB58-4081-B023-E1978F00B032}" dt="2025-06-26T03:53:21.068" v="1625" actId="207"/>
          <ac:spMkLst>
            <pc:docMk/>
            <pc:sldMk cId="555969497" sldId="256"/>
            <ac:spMk id="60" creationId="{3217F90E-3FC7-E0E6-D0C8-6D473409D4BD}"/>
          </ac:spMkLst>
        </pc:spChg>
        <pc:spChg chg="add mod">
          <ac:chgData name="Keaton Smith" userId="43f47a3b4c49c735" providerId="LiveId" clId="{8357882B-FB58-4081-B023-E1978F00B032}" dt="2025-06-26T02:18:22.158" v="295" actId="1076"/>
          <ac:spMkLst>
            <pc:docMk/>
            <pc:sldMk cId="555969497" sldId="256"/>
            <ac:spMk id="61" creationId="{82891FBC-6D99-5722-152C-C7AD6C0793A5}"/>
          </ac:spMkLst>
        </pc:spChg>
        <pc:spChg chg="add mod">
          <ac:chgData name="Keaton Smith" userId="43f47a3b4c49c735" providerId="LiveId" clId="{8357882B-FB58-4081-B023-E1978F00B032}" dt="2025-06-26T02:18:22.158" v="295" actId="1076"/>
          <ac:spMkLst>
            <pc:docMk/>
            <pc:sldMk cId="555969497" sldId="256"/>
            <ac:spMk id="62" creationId="{857771EE-FFC6-065D-D875-0793B4CF9DF2}"/>
          </ac:spMkLst>
        </pc:spChg>
        <pc:spChg chg="add mod">
          <ac:chgData name="Keaton Smith" userId="43f47a3b4c49c735" providerId="LiveId" clId="{8357882B-FB58-4081-B023-E1978F00B032}" dt="2025-06-26T02:18:22.158" v="295" actId="1076"/>
          <ac:spMkLst>
            <pc:docMk/>
            <pc:sldMk cId="555969497" sldId="256"/>
            <ac:spMk id="63" creationId="{F98E9519-14B7-54C3-6164-B16CB5CA86AF}"/>
          </ac:spMkLst>
        </pc:spChg>
        <pc:spChg chg="add mod">
          <ac:chgData name="Keaton Smith" userId="43f47a3b4c49c735" providerId="LiveId" clId="{8357882B-FB58-4081-B023-E1978F00B032}" dt="2025-06-26T02:18:22.158" v="295" actId="1076"/>
          <ac:spMkLst>
            <pc:docMk/>
            <pc:sldMk cId="555969497" sldId="256"/>
            <ac:spMk id="64" creationId="{2E9AE009-E43D-E0BC-EAC7-6117A0912E24}"/>
          </ac:spMkLst>
        </pc:spChg>
        <pc:spChg chg="add mod">
          <ac:chgData name="Keaton Smith" userId="43f47a3b4c49c735" providerId="LiveId" clId="{8357882B-FB58-4081-B023-E1978F00B032}" dt="2025-06-26T03:53:21.068" v="1625" actId="207"/>
          <ac:spMkLst>
            <pc:docMk/>
            <pc:sldMk cId="555969497" sldId="256"/>
            <ac:spMk id="65" creationId="{90B30299-6872-82C9-44F6-C4747AFA7832}"/>
          </ac:spMkLst>
        </pc:spChg>
        <pc:spChg chg="add mod">
          <ac:chgData name="Keaton Smith" userId="43f47a3b4c49c735" providerId="LiveId" clId="{8357882B-FB58-4081-B023-E1978F00B032}" dt="2025-06-26T02:18:22.158" v="295" actId="1076"/>
          <ac:spMkLst>
            <pc:docMk/>
            <pc:sldMk cId="555969497" sldId="256"/>
            <ac:spMk id="66" creationId="{AA1690F6-65EB-A3E4-F5AD-686A2F473056}"/>
          </ac:spMkLst>
        </pc:spChg>
        <pc:spChg chg="add mod">
          <ac:chgData name="Keaton Smith" userId="43f47a3b4c49c735" providerId="LiveId" clId="{8357882B-FB58-4081-B023-E1978F00B032}" dt="2025-06-26T03:53:21.068" v="1625" actId="207"/>
          <ac:spMkLst>
            <pc:docMk/>
            <pc:sldMk cId="555969497" sldId="256"/>
            <ac:spMk id="67" creationId="{0FCB393D-C08A-8DC4-68EA-4F3DC5B3DC78}"/>
          </ac:spMkLst>
        </pc:spChg>
        <pc:spChg chg="add mod">
          <ac:chgData name="Keaton Smith" userId="43f47a3b4c49c735" providerId="LiveId" clId="{8357882B-FB58-4081-B023-E1978F00B032}" dt="2025-06-26T02:18:22.158" v="295" actId="1076"/>
          <ac:spMkLst>
            <pc:docMk/>
            <pc:sldMk cId="555969497" sldId="256"/>
            <ac:spMk id="68" creationId="{A3DB081F-C70C-1CCE-AEBD-D4DCC2F965C2}"/>
          </ac:spMkLst>
        </pc:spChg>
        <pc:spChg chg="add mod">
          <ac:chgData name="Keaton Smith" userId="43f47a3b4c49c735" providerId="LiveId" clId="{8357882B-FB58-4081-B023-E1978F00B032}" dt="2025-06-26T02:18:31.553" v="297" actId="1076"/>
          <ac:spMkLst>
            <pc:docMk/>
            <pc:sldMk cId="555969497" sldId="256"/>
            <ac:spMk id="69" creationId="{C2235E69-D852-2763-04B6-6034E6A19291}"/>
          </ac:spMkLst>
        </pc:spChg>
        <pc:spChg chg="add mod">
          <ac:chgData name="Keaton Smith" userId="43f47a3b4c49c735" providerId="LiveId" clId="{8357882B-FB58-4081-B023-E1978F00B032}" dt="2025-06-26T02:18:31.553" v="297" actId="1076"/>
          <ac:spMkLst>
            <pc:docMk/>
            <pc:sldMk cId="555969497" sldId="256"/>
            <ac:spMk id="70" creationId="{89ED0218-293E-5462-46DF-0521CBF4E3B7}"/>
          </ac:spMkLst>
        </pc:spChg>
        <pc:spChg chg="add mod">
          <ac:chgData name="Keaton Smith" userId="43f47a3b4c49c735" providerId="LiveId" clId="{8357882B-FB58-4081-B023-E1978F00B032}" dt="2025-06-26T02:18:31.553" v="297" actId="1076"/>
          <ac:spMkLst>
            <pc:docMk/>
            <pc:sldMk cId="555969497" sldId="256"/>
            <ac:spMk id="71" creationId="{AF7B2292-D785-F88C-9CD0-14E80516D36D}"/>
          </ac:spMkLst>
        </pc:spChg>
        <pc:spChg chg="add mod">
          <ac:chgData name="Keaton Smith" userId="43f47a3b4c49c735" providerId="LiveId" clId="{8357882B-FB58-4081-B023-E1978F00B032}" dt="2025-06-26T02:18:31.553" v="297" actId="1076"/>
          <ac:spMkLst>
            <pc:docMk/>
            <pc:sldMk cId="555969497" sldId="256"/>
            <ac:spMk id="72" creationId="{4D95F9E1-527D-6AD9-ABD7-7F1524495146}"/>
          </ac:spMkLst>
        </pc:spChg>
        <pc:spChg chg="add mod">
          <ac:chgData name="Keaton Smith" userId="43f47a3b4c49c735" providerId="LiveId" clId="{8357882B-FB58-4081-B023-E1978F00B032}" dt="2025-06-26T03:53:21.068" v="1625" actId="207"/>
          <ac:spMkLst>
            <pc:docMk/>
            <pc:sldMk cId="555969497" sldId="256"/>
            <ac:spMk id="73" creationId="{2926C337-DC50-1913-52D9-1CF29A1DCB60}"/>
          </ac:spMkLst>
        </pc:spChg>
        <pc:spChg chg="add mod">
          <ac:chgData name="Keaton Smith" userId="43f47a3b4c49c735" providerId="LiveId" clId="{8357882B-FB58-4081-B023-E1978F00B032}" dt="2025-06-26T03:53:21.068" v="1625" actId="207"/>
          <ac:spMkLst>
            <pc:docMk/>
            <pc:sldMk cId="555969497" sldId="256"/>
            <ac:spMk id="74" creationId="{4F49CE6A-9096-7EF0-EAEB-135E963F37EB}"/>
          </ac:spMkLst>
        </pc:spChg>
        <pc:spChg chg="add mod">
          <ac:chgData name="Keaton Smith" userId="43f47a3b4c49c735" providerId="LiveId" clId="{8357882B-FB58-4081-B023-E1978F00B032}" dt="2025-06-26T02:18:31.553" v="297" actId="1076"/>
          <ac:spMkLst>
            <pc:docMk/>
            <pc:sldMk cId="555969497" sldId="256"/>
            <ac:spMk id="75" creationId="{90DC1471-C4F3-14B9-08DF-2B7078EC6756}"/>
          </ac:spMkLst>
        </pc:spChg>
        <pc:spChg chg="add mod">
          <ac:chgData name="Keaton Smith" userId="43f47a3b4c49c735" providerId="LiveId" clId="{8357882B-FB58-4081-B023-E1978F00B032}" dt="2025-06-26T02:18:31.553" v="297" actId="1076"/>
          <ac:spMkLst>
            <pc:docMk/>
            <pc:sldMk cId="555969497" sldId="256"/>
            <ac:spMk id="76" creationId="{DC0D184E-5B1D-4C47-EE86-23E93CC23C83}"/>
          </ac:spMkLst>
        </pc:spChg>
        <pc:spChg chg="add mod">
          <ac:chgData name="Keaton Smith" userId="43f47a3b4c49c735" providerId="LiveId" clId="{8357882B-FB58-4081-B023-E1978F00B032}" dt="2025-06-26T02:18:42.862" v="299" actId="1076"/>
          <ac:spMkLst>
            <pc:docMk/>
            <pc:sldMk cId="555969497" sldId="256"/>
            <ac:spMk id="77" creationId="{8F8431E9-7A9C-0470-45C2-BFFA067AC7F1}"/>
          </ac:spMkLst>
        </pc:spChg>
        <pc:spChg chg="add mod">
          <ac:chgData name="Keaton Smith" userId="43f47a3b4c49c735" providerId="LiveId" clId="{8357882B-FB58-4081-B023-E1978F00B032}" dt="2025-06-26T02:18:42.862" v="299" actId="1076"/>
          <ac:spMkLst>
            <pc:docMk/>
            <pc:sldMk cId="555969497" sldId="256"/>
            <ac:spMk id="78" creationId="{08C99220-268C-AAB5-C421-B9896AD7C32E}"/>
          </ac:spMkLst>
        </pc:spChg>
        <pc:spChg chg="add mod">
          <ac:chgData name="Keaton Smith" userId="43f47a3b4c49c735" providerId="LiveId" clId="{8357882B-FB58-4081-B023-E1978F00B032}" dt="2025-06-26T02:18:42.862" v="299" actId="1076"/>
          <ac:spMkLst>
            <pc:docMk/>
            <pc:sldMk cId="555969497" sldId="256"/>
            <ac:spMk id="79" creationId="{5B95E523-41D1-03A0-FB5A-AD388852799C}"/>
          </ac:spMkLst>
        </pc:spChg>
        <pc:spChg chg="add mod">
          <ac:chgData name="Keaton Smith" userId="43f47a3b4c49c735" providerId="LiveId" clId="{8357882B-FB58-4081-B023-E1978F00B032}" dt="2025-06-26T02:18:42.862" v="299" actId="1076"/>
          <ac:spMkLst>
            <pc:docMk/>
            <pc:sldMk cId="555969497" sldId="256"/>
            <ac:spMk id="80" creationId="{572F748F-2289-CDA0-8B20-66DE95D62D2B}"/>
          </ac:spMkLst>
        </pc:spChg>
        <pc:spChg chg="add mod">
          <ac:chgData name="Keaton Smith" userId="43f47a3b4c49c735" providerId="LiveId" clId="{8357882B-FB58-4081-B023-E1978F00B032}" dt="2025-06-26T02:18:42.862" v="299" actId="1076"/>
          <ac:spMkLst>
            <pc:docMk/>
            <pc:sldMk cId="555969497" sldId="256"/>
            <ac:spMk id="81" creationId="{BD5DBD2B-AD71-7109-E695-492F08453E4D}"/>
          </ac:spMkLst>
        </pc:spChg>
        <pc:spChg chg="add mod">
          <ac:chgData name="Keaton Smith" userId="43f47a3b4c49c735" providerId="LiveId" clId="{8357882B-FB58-4081-B023-E1978F00B032}" dt="2025-06-26T02:18:42.862" v="299" actId="1076"/>
          <ac:spMkLst>
            <pc:docMk/>
            <pc:sldMk cId="555969497" sldId="256"/>
            <ac:spMk id="82" creationId="{83689C74-A724-9304-4EE1-8A18D2726713}"/>
          </ac:spMkLst>
        </pc:spChg>
        <pc:spChg chg="add mod">
          <ac:chgData name="Keaton Smith" userId="43f47a3b4c49c735" providerId="LiveId" clId="{8357882B-FB58-4081-B023-E1978F00B032}" dt="2025-06-26T02:18:42.862" v="299" actId="1076"/>
          <ac:spMkLst>
            <pc:docMk/>
            <pc:sldMk cId="555969497" sldId="256"/>
            <ac:spMk id="83" creationId="{30D1F5F2-FA28-893C-79CF-23D5CA7A6B3C}"/>
          </ac:spMkLst>
        </pc:spChg>
        <pc:spChg chg="add mod">
          <ac:chgData name="Keaton Smith" userId="43f47a3b4c49c735" providerId="LiveId" clId="{8357882B-FB58-4081-B023-E1978F00B032}" dt="2025-06-26T02:18:42.862" v="299" actId="1076"/>
          <ac:spMkLst>
            <pc:docMk/>
            <pc:sldMk cId="555969497" sldId="256"/>
            <ac:spMk id="84" creationId="{4EBF4F2B-00EB-0459-AAC8-51232C0C56F0}"/>
          </ac:spMkLst>
        </pc:spChg>
        <pc:spChg chg="add mod">
          <ac:chgData name="Keaton Smith" userId="43f47a3b4c49c735" providerId="LiveId" clId="{8357882B-FB58-4081-B023-E1978F00B032}" dt="2025-06-26T02:18:50.289" v="301" actId="1076"/>
          <ac:spMkLst>
            <pc:docMk/>
            <pc:sldMk cId="555969497" sldId="256"/>
            <ac:spMk id="85" creationId="{697A9CF2-DBC4-D5C7-2485-AC59DCFC6B84}"/>
          </ac:spMkLst>
        </pc:spChg>
        <pc:spChg chg="add mod">
          <ac:chgData name="Keaton Smith" userId="43f47a3b4c49c735" providerId="LiveId" clId="{8357882B-FB58-4081-B023-E1978F00B032}" dt="2025-06-26T02:18:50.289" v="301" actId="1076"/>
          <ac:spMkLst>
            <pc:docMk/>
            <pc:sldMk cId="555969497" sldId="256"/>
            <ac:spMk id="86" creationId="{2AAF75B6-08A7-0235-2F85-9CFF154A9D13}"/>
          </ac:spMkLst>
        </pc:spChg>
        <pc:spChg chg="add mod">
          <ac:chgData name="Keaton Smith" userId="43f47a3b4c49c735" providerId="LiveId" clId="{8357882B-FB58-4081-B023-E1978F00B032}" dt="2025-06-26T02:18:50.289" v="301" actId="1076"/>
          <ac:spMkLst>
            <pc:docMk/>
            <pc:sldMk cId="555969497" sldId="256"/>
            <ac:spMk id="87" creationId="{67564DB7-FE9C-D2A0-4126-C9795830786B}"/>
          </ac:spMkLst>
        </pc:spChg>
        <pc:spChg chg="add mod">
          <ac:chgData name="Keaton Smith" userId="43f47a3b4c49c735" providerId="LiveId" clId="{8357882B-FB58-4081-B023-E1978F00B032}" dt="2025-06-26T02:18:50.289" v="301" actId="1076"/>
          <ac:spMkLst>
            <pc:docMk/>
            <pc:sldMk cId="555969497" sldId="256"/>
            <ac:spMk id="88" creationId="{D024C37F-FDF6-5FBC-7728-540167782480}"/>
          </ac:spMkLst>
        </pc:spChg>
        <pc:spChg chg="add mod">
          <ac:chgData name="Keaton Smith" userId="43f47a3b4c49c735" providerId="LiveId" clId="{8357882B-FB58-4081-B023-E1978F00B032}" dt="2025-06-26T02:18:50.289" v="301" actId="1076"/>
          <ac:spMkLst>
            <pc:docMk/>
            <pc:sldMk cId="555969497" sldId="256"/>
            <ac:spMk id="89" creationId="{AF616A4E-CFDF-9A16-734F-5F5E263E5A0E}"/>
          </ac:spMkLst>
        </pc:spChg>
        <pc:spChg chg="add mod">
          <ac:chgData name="Keaton Smith" userId="43f47a3b4c49c735" providerId="LiveId" clId="{8357882B-FB58-4081-B023-E1978F00B032}" dt="2025-06-26T02:18:50.289" v="301" actId="1076"/>
          <ac:spMkLst>
            <pc:docMk/>
            <pc:sldMk cId="555969497" sldId="256"/>
            <ac:spMk id="90" creationId="{A0B183F2-BC24-674C-8C53-0277DBD0E3F6}"/>
          </ac:spMkLst>
        </pc:spChg>
        <pc:spChg chg="add mod">
          <ac:chgData name="Keaton Smith" userId="43f47a3b4c49c735" providerId="LiveId" clId="{8357882B-FB58-4081-B023-E1978F00B032}" dt="2025-06-26T02:18:50.289" v="301" actId="1076"/>
          <ac:spMkLst>
            <pc:docMk/>
            <pc:sldMk cId="555969497" sldId="256"/>
            <ac:spMk id="91" creationId="{97011A83-3C91-AF24-2156-1E061C6CEBCC}"/>
          </ac:spMkLst>
        </pc:spChg>
        <pc:spChg chg="add mod">
          <ac:chgData name="Keaton Smith" userId="43f47a3b4c49c735" providerId="LiveId" clId="{8357882B-FB58-4081-B023-E1978F00B032}" dt="2025-06-26T02:18:50.289" v="301" actId="1076"/>
          <ac:spMkLst>
            <pc:docMk/>
            <pc:sldMk cId="555969497" sldId="256"/>
            <ac:spMk id="92" creationId="{54B53E3F-6088-036A-EB8E-034727EFB1E4}"/>
          </ac:spMkLst>
        </pc:spChg>
        <pc:spChg chg="add mod">
          <ac:chgData name="Keaton Smith" userId="43f47a3b4c49c735" providerId="LiveId" clId="{8357882B-FB58-4081-B023-E1978F00B032}" dt="2025-06-26T03:53:21.068" v="1625" actId="207"/>
          <ac:spMkLst>
            <pc:docMk/>
            <pc:sldMk cId="555969497" sldId="256"/>
            <ac:spMk id="93" creationId="{0361843C-7796-5F27-8302-52A8AD2800D4}"/>
          </ac:spMkLst>
        </pc:spChg>
        <pc:spChg chg="add mod">
          <ac:chgData name="Keaton Smith" userId="43f47a3b4c49c735" providerId="LiveId" clId="{8357882B-FB58-4081-B023-E1978F00B032}" dt="2025-06-26T02:19:16.173" v="303" actId="1076"/>
          <ac:spMkLst>
            <pc:docMk/>
            <pc:sldMk cId="555969497" sldId="256"/>
            <ac:spMk id="94" creationId="{51A88E2E-329E-BDD6-6107-2E8C91334F22}"/>
          </ac:spMkLst>
        </pc:spChg>
        <pc:spChg chg="add mod">
          <ac:chgData name="Keaton Smith" userId="43f47a3b4c49c735" providerId="LiveId" clId="{8357882B-FB58-4081-B023-E1978F00B032}" dt="2025-06-26T02:19:16.173" v="303" actId="1076"/>
          <ac:spMkLst>
            <pc:docMk/>
            <pc:sldMk cId="555969497" sldId="256"/>
            <ac:spMk id="95" creationId="{CDDB76E3-0CD3-C53B-A6FC-827C5235F291}"/>
          </ac:spMkLst>
        </pc:spChg>
        <pc:spChg chg="add mod">
          <ac:chgData name="Keaton Smith" userId="43f47a3b4c49c735" providerId="LiveId" clId="{8357882B-FB58-4081-B023-E1978F00B032}" dt="2025-06-26T02:19:16.173" v="303" actId="1076"/>
          <ac:spMkLst>
            <pc:docMk/>
            <pc:sldMk cId="555969497" sldId="256"/>
            <ac:spMk id="96" creationId="{A73F19D4-8661-0D81-949B-5FA13D0A2F34}"/>
          </ac:spMkLst>
        </pc:spChg>
        <pc:spChg chg="add mod">
          <ac:chgData name="Keaton Smith" userId="43f47a3b4c49c735" providerId="LiveId" clId="{8357882B-FB58-4081-B023-E1978F00B032}" dt="2025-06-26T02:19:16.173" v="303" actId="1076"/>
          <ac:spMkLst>
            <pc:docMk/>
            <pc:sldMk cId="555969497" sldId="256"/>
            <ac:spMk id="97" creationId="{64CA1309-164D-D7FC-37BB-EF9BF2A13259}"/>
          </ac:spMkLst>
        </pc:spChg>
        <pc:spChg chg="add mod">
          <ac:chgData name="Keaton Smith" userId="43f47a3b4c49c735" providerId="LiveId" clId="{8357882B-FB58-4081-B023-E1978F00B032}" dt="2025-06-26T02:19:16.173" v="303" actId="1076"/>
          <ac:spMkLst>
            <pc:docMk/>
            <pc:sldMk cId="555969497" sldId="256"/>
            <ac:spMk id="98" creationId="{1A808FF3-ED9F-619B-6549-76384C97E9AA}"/>
          </ac:spMkLst>
        </pc:spChg>
        <pc:spChg chg="add mod">
          <ac:chgData name="Keaton Smith" userId="43f47a3b4c49c735" providerId="LiveId" clId="{8357882B-FB58-4081-B023-E1978F00B032}" dt="2025-06-26T03:53:21.068" v="1625" actId="207"/>
          <ac:spMkLst>
            <pc:docMk/>
            <pc:sldMk cId="555969497" sldId="256"/>
            <ac:spMk id="99" creationId="{1ED5DAD1-4947-2F5A-C688-136D5EF3D6F6}"/>
          </ac:spMkLst>
        </pc:spChg>
        <pc:spChg chg="add mod">
          <ac:chgData name="Keaton Smith" userId="43f47a3b4c49c735" providerId="LiveId" clId="{8357882B-FB58-4081-B023-E1978F00B032}" dt="2025-06-26T02:19:21.377" v="305" actId="1076"/>
          <ac:spMkLst>
            <pc:docMk/>
            <pc:sldMk cId="555969497" sldId="256"/>
            <ac:spMk id="100" creationId="{25B4F223-B4D5-C5BB-AE73-FC8A15F2977B}"/>
          </ac:spMkLst>
        </pc:spChg>
        <pc:spChg chg="add mod">
          <ac:chgData name="Keaton Smith" userId="43f47a3b4c49c735" providerId="LiveId" clId="{8357882B-FB58-4081-B023-E1978F00B032}" dt="2025-06-26T02:19:21.377" v="305" actId="1076"/>
          <ac:spMkLst>
            <pc:docMk/>
            <pc:sldMk cId="555969497" sldId="256"/>
            <ac:spMk id="101" creationId="{7502B4B1-67E0-FD96-EB2D-2F9A52CDB9D1}"/>
          </ac:spMkLst>
        </pc:spChg>
        <pc:spChg chg="add mod">
          <ac:chgData name="Keaton Smith" userId="43f47a3b4c49c735" providerId="LiveId" clId="{8357882B-FB58-4081-B023-E1978F00B032}" dt="2025-06-26T02:19:21.377" v="305" actId="1076"/>
          <ac:spMkLst>
            <pc:docMk/>
            <pc:sldMk cId="555969497" sldId="256"/>
            <ac:spMk id="102" creationId="{88BB44E0-DFCF-C40E-12D2-E8A71179BA50}"/>
          </ac:spMkLst>
        </pc:spChg>
        <pc:spChg chg="add mod">
          <ac:chgData name="Keaton Smith" userId="43f47a3b4c49c735" providerId="LiveId" clId="{8357882B-FB58-4081-B023-E1978F00B032}" dt="2025-06-26T02:19:21.377" v="305" actId="1076"/>
          <ac:spMkLst>
            <pc:docMk/>
            <pc:sldMk cId="555969497" sldId="256"/>
            <ac:spMk id="103" creationId="{6B26B069-36F7-86C3-D7D2-DB0827646F78}"/>
          </ac:spMkLst>
        </pc:spChg>
        <pc:spChg chg="add mod">
          <ac:chgData name="Keaton Smith" userId="43f47a3b4c49c735" providerId="LiveId" clId="{8357882B-FB58-4081-B023-E1978F00B032}" dt="2025-06-26T02:19:21.377" v="305" actId="1076"/>
          <ac:spMkLst>
            <pc:docMk/>
            <pc:sldMk cId="555969497" sldId="256"/>
            <ac:spMk id="104" creationId="{92EE404B-F663-CC3D-0491-280D7DED8158}"/>
          </ac:spMkLst>
        </pc:spChg>
        <pc:spChg chg="add mod">
          <ac:chgData name="Keaton Smith" userId="43f47a3b4c49c735" providerId="LiveId" clId="{8357882B-FB58-4081-B023-E1978F00B032}" dt="2025-06-26T03:02:20.406" v="758" actId="207"/>
          <ac:spMkLst>
            <pc:docMk/>
            <pc:sldMk cId="555969497" sldId="256"/>
            <ac:spMk id="105" creationId="{33301ECF-D0E2-701A-6E5C-052D0F0F5FFA}"/>
          </ac:spMkLst>
        </pc:spChg>
        <pc:picChg chg="add del mod">
          <ac:chgData name="Keaton Smith" userId="43f47a3b4c49c735" providerId="LiveId" clId="{8357882B-FB58-4081-B023-E1978F00B032}" dt="2025-06-26T02:12:14.428" v="192" actId="478"/>
          <ac:picMkLst>
            <pc:docMk/>
            <pc:sldMk cId="555969497" sldId="256"/>
            <ac:picMk id="8" creationId="{1428D66F-B778-45CA-2556-6AB7E12FF23B}"/>
          </ac:picMkLst>
        </pc:picChg>
        <pc:picChg chg="add del mod">
          <ac:chgData name="Keaton Smith" userId="43f47a3b4c49c735" providerId="LiveId" clId="{8357882B-FB58-4081-B023-E1978F00B032}" dt="2025-06-26T02:16:55.468" v="279" actId="478"/>
          <ac:picMkLst>
            <pc:docMk/>
            <pc:sldMk cId="555969497" sldId="256"/>
            <ac:picMk id="10" creationId="{97630200-A0BA-27B7-0177-52B56D60E95B}"/>
          </ac:picMkLst>
        </pc:picChg>
        <pc:picChg chg="add del mod">
          <ac:chgData name="Keaton Smith" userId="43f47a3b4c49c735" providerId="LiveId" clId="{8357882B-FB58-4081-B023-E1978F00B032}" dt="2025-06-26T02:16:56.488" v="280" actId="478"/>
          <ac:picMkLst>
            <pc:docMk/>
            <pc:sldMk cId="555969497" sldId="256"/>
            <ac:picMk id="12" creationId="{3A2E53A7-CDEF-2D91-8808-2F38784A2508}"/>
          </ac:picMkLst>
        </pc:picChg>
        <pc:picChg chg="add mod">
          <ac:chgData name="Keaton Smith" userId="43f47a3b4c49c735" providerId="LiveId" clId="{8357882B-FB58-4081-B023-E1978F00B032}" dt="2025-06-26T02:14:13.828" v="199" actId="1076"/>
          <ac:picMkLst>
            <pc:docMk/>
            <pc:sldMk cId="555969497" sldId="256"/>
            <ac:picMk id="14" creationId="{10813DC3-C7D6-8D59-1A42-AE887BD51784}"/>
          </ac:picMkLst>
        </pc:picChg>
      </pc:sldChg>
      <pc:sldChg chg="addSp delSp modSp new mod setBg">
        <pc:chgData name="Keaton Smith" userId="43f47a3b4c49c735" providerId="LiveId" clId="{8357882B-FB58-4081-B023-E1978F00B032}" dt="2025-06-26T03:19:59.771" v="995"/>
        <pc:sldMkLst>
          <pc:docMk/>
          <pc:sldMk cId="1531065522" sldId="257"/>
        </pc:sldMkLst>
        <pc:spChg chg="mod">
          <ac:chgData name="Keaton Smith" userId="43f47a3b4c49c735" providerId="LiveId" clId="{8357882B-FB58-4081-B023-E1978F00B032}" dt="2025-06-26T03:19:59.771" v="995"/>
          <ac:spMkLst>
            <pc:docMk/>
            <pc:sldMk cId="1531065522" sldId="257"/>
            <ac:spMk id="2" creationId="{68C4EF99-2AB8-120A-5D23-5BE44031D620}"/>
          </ac:spMkLst>
        </pc:spChg>
        <pc:spChg chg="del mod">
          <ac:chgData name="Keaton Smith" userId="43f47a3b4c49c735" providerId="LiveId" clId="{8357882B-FB58-4081-B023-E1978F00B032}" dt="2025-06-26T03:00:34.048" v="733"/>
          <ac:spMkLst>
            <pc:docMk/>
            <pc:sldMk cId="1531065522" sldId="257"/>
            <ac:spMk id="3" creationId="{BEDCC3D6-59A8-DD53-5F01-846E0334825D}"/>
          </ac:spMkLst>
        </pc:spChg>
        <pc:spChg chg="add">
          <ac:chgData name="Keaton Smith" userId="43f47a3b4c49c735" providerId="LiveId" clId="{8357882B-FB58-4081-B023-E1978F00B032}" dt="2025-06-26T03:00:25.571" v="731"/>
          <ac:spMkLst>
            <pc:docMk/>
            <pc:sldMk cId="1531065522" sldId="257"/>
            <ac:spMk id="5" creationId="{C1281DD7-B3E7-FF3C-6891-5C2FB7CAAD3B}"/>
          </ac:spMkLst>
        </pc:spChg>
        <pc:spChg chg="add mod">
          <ac:chgData name="Keaton Smith" userId="43f47a3b4c49c735" providerId="LiveId" clId="{8357882B-FB58-4081-B023-E1978F00B032}" dt="2025-06-26T03:14:55.411" v="888" actId="20577"/>
          <ac:spMkLst>
            <pc:docMk/>
            <pc:sldMk cId="1531065522" sldId="257"/>
            <ac:spMk id="6" creationId="{61F840B3-F5F1-6B6F-D513-B892133731FD}"/>
          </ac:spMkLst>
        </pc:spChg>
        <pc:spChg chg="add mod">
          <ac:chgData name="Keaton Smith" userId="43f47a3b4c49c735" providerId="LiveId" clId="{8357882B-FB58-4081-B023-E1978F00B032}" dt="2025-06-26T03:08:06.777" v="869" actId="1076"/>
          <ac:spMkLst>
            <pc:docMk/>
            <pc:sldMk cId="1531065522" sldId="257"/>
            <ac:spMk id="7" creationId="{6F7617E5-A1DC-B9A0-6AFD-41F53905ECBB}"/>
          </ac:spMkLst>
        </pc:spChg>
        <pc:spChg chg="add mod">
          <ac:chgData name="Keaton Smith" userId="43f47a3b4c49c735" providerId="LiveId" clId="{8357882B-FB58-4081-B023-E1978F00B032}" dt="2025-06-26T03:07:25.773" v="861" actId="6549"/>
          <ac:spMkLst>
            <pc:docMk/>
            <pc:sldMk cId="1531065522" sldId="257"/>
            <ac:spMk id="8" creationId="{9202A673-7CFC-3BED-EB84-8A98EE1F4952}"/>
          </ac:spMkLst>
        </pc:spChg>
        <pc:spChg chg="add mod">
          <ac:chgData name="Keaton Smith" userId="43f47a3b4c49c735" providerId="LiveId" clId="{8357882B-FB58-4081-B023-E1978F00B032}" dt="2025-06-26T03:08:18.098" v="870" actId="1076"/>
          <ac:spMkLst>
            <pc:docMk/>
            <pc:sldMk cId="1531065522" sldId="257"/>
            <ac:spMk id="9" creationId="{FE0FFED3-AFC0-D09A-6077-25826E2B4F6A}"/>
          </ac:spMkLst>
        </pc:spChg>
        <pc:picChg chg="add mod">
          <ac:chgData name="Keaton Smith" userId="43f47a3b4c49c735" providerId="LiveId" clId="{8357882B-FB58-4081-B023-E1978F00B032}" dt="2025-06-26T03:03:29.721" v="807" actId="1076"/>
          <ac:picMkLst>
            <pc:docMk/>
            <pc:sldMk cId="1531065522" sldId="257"/>
            <ac:picMk id="4" creationId="{63CA6E8E-29DC-8CA9-9576-05ABC647AF4C}"/>
          </ac:picMkLst>
        </pc:picChg>
      </pc:sldChg>
      <pc:sldChg chg="modSp add mod ord">
        <pc:chgData name="Keaton Smith" userId="43f47a3b4c49c735" providerId="LiveId" clId="{8357882B-FB58-4081-B023-E1978F00B032}" dt="2025-06-26T03:02:45.583" v="762" actId="20577"/>
        <pc:sldMkLst>
          <pc:docMk/>
          <pc:sldMk cId="298677429" sldId="258"/>
        </pc:sldMkLst>
        <pc:spChg chg="mod">
          <ac:chgData name="Keaton Smith" userId="43f47a3b4c49c735" providerId="LiveId" clId="{8357882B-FB58-4081-B023-E1978F00B032}" dt="2025-06-26T03:02:45.583" v="762" actId="20577"/>
          <ac:spMkLst>
            <pc:docMk/>
            <pc:sldMk cId="298677429" sldId="258"/>
            <ac:spMk id="2" creationId="{AF132335-0FC9-A715-E05B-669F34F948B0}"/>
          </ac:spMkLst>
        </pc:spChg>
        <pc:spChg chg="mod">
          <ac:chgData name="Keaton Smith" userId="43f47a3b4c49c735" providerId="LiveId" clId="{8357882B-FB58-4081-B023-E1978F00B032}" dt="2025-06-26T03:02:05.218" v="756" actId="207"/>
          <ac:spMkLst>
            <pc:docMk/>
            <pc:sldMk cId="298677429" sldId="258"/>
            <ac:spMk id="3" creationId="{199EEE9A-63FC-9BAF-777E-5D0DFBA283EB}"/>
          </ac:spMkLst>
        </pc:spChg>
      </pc:sldChg>
      <pc:sldChg chg="addSp delSp modSp add mod">
        <pc:chgData name="Keaton Smith" userId="43f47a3b4c49c735" providerId="LiveId" clId="{8357882B-FB58-4081-B023-E1978F00B032}" dt="2025-06-26T03:34:18.579" v="1276" actId="20577"/>
        <pc:sldMkLst>
          <pc:docMk/>
          <pc:sldMk cId="3019806654" sldId="259"/>
        </pc:sldMkLst>
        <pc:spChg chg="mod">
          <ac:chgData name="Keaton Smith" userId="43f47a3b4c49c735" providerId="LiveId" clId="{8357882B-FB58-4081-B023-E1978F00B032}" dt="2025-06-26T03:34:18.579" v="1276" actId="20577"/>
          <ac:spMkLst>
            <pc:docMk/>
            <pc:sldMk cId="3019806654" sldId="259"/>
            <ac:spMk id="2" creationId="{1EC6B6D7-8707-C032-181C-47B7CC0D6120}"/>
          </ac:spMkLst>
        </pc:spChg>
        <pc:spChg chg="add mod">
          <ac:chgData name="Keaton Smith" userId="43f47a3b4c49c735" providerId="LiveId" clId="{8357882B-FB58-4081-B023-E1978F00B032}" dt="2025-06-26T03:21:03.348" v="1049" actId="404"/>
          <ac:spMkLst>
            <pc:docMk/>
            <pc:sldMk cId="3019806654" sldId="259"/>
            <ac:spMk id="3" creationId="{51250123-C2D5-51A3-D70C-8DA1F2B5607D}"/>
          </ac:spMkLst>
        </pc:spChg>
        <pc:spChg chg="add mod">
          <ac:chgData name="Keaton Smith" userId="43f47a3b4c49c735" providerId="LiveId" clId="{8357882B-FB58-4081-B023-E1978F00B032}" dt="2025-06-26T03:20:57.688" v="1044" actId="404"/>
          <ac:spMkLst>
            <pc:docMk/>
            <pc:sldMk cId="3019806654" sldId="259"/>
            <ac:spMk id="5" creationId="{0E031CF0-DCC3-22F7-7317-0E40CE5D0C4A}"/>
          </ac:spMkLst>
        </pc:spChg>
        <pc:spChg chg="mod">
          <ac:chgData name="Keaton Smith" userId="43f47a3b4c49c735" providerId="LiveId" clId="{8357882B-FB58-4081-B023-E1978F00B032}" dt="2025-06-26T03:26:58.929" v="1231" actId="20577"/>
          <ac:spMkLst>
            <pc:docMk/>
            <pc:sldMk cId="3019806654" sldId="259"/>
            <ac:spMk id="6" creationId="{6CCB8F09-1345-858A-B0F3-32FEA1C93C75}"/>
          </ac:spMkLst>
        </pc:spChg>
        <pc:spChg chg="mod">
          <ac:chgData name="Keaton Smith" userId="43f47a3b4c49c735" providerId="LiveId" clId="{8357882B-FB58-4081-B023-E1978F00B032}" dt="2025-06-26T03:19:04.988" v="988" actId="207"/>
          <ac:spMkLst>
            <pc:docMk/>
            <pc:sldMk cId="3019806654" sldId="259"/>
            <ac:spMk id="7" creationId="{7964466A-AEF2-E14F-66D6-782878E06553}"/>
          </ac:spMkLst>
        </pc:spChg>
        <pc:spChg chg="mod">
          <ac:chgData name="Keaton Smith" userId="43f47a3b4c49c735" providerId="LiveId" clId="{8357882B-FB58-4081-B023-E1978F00B032}" dt="2025-06-26T03:18:58.838" v="987" actId="207"/>
          <ac:spMkLst>
            <pc:docMk/>
            <pc:sldMk cId="3019806654" sldId="259"/>
            <ac:spMk id="8" creationId="{AD0BE075-1908-8406-AA8F-8329022B59AC}"/>
          </ac:spMkLst>
        </pc:spChg>
        <pc:spChg chg="mod">
          <ac:chgData name="Keaton Smith" userId="43f47a3b4c49c735" providerId="LiveId" clId="{8357882B-FB58-4081-B023-E1978F00B032}" dt="2025-06-26T03:19:09.624" v="989" actId="207"/>
          <ac:spMkLst>
            <pc:docMk/>
            <pc:sldMk cId="3019806654" sldId="259"/>
            <ac:spMk id="9" creationId="{7D3EE827-ABBD-85BC-4828-B9268B5512F0}"/>
          </ac:spMkLst>
        </pc:spChg>
        <pc:spChg chg="add mod">
          <ac:chgData name="Keaton Smith" userId="43f47a3b4c49c735" providerId="LiveId" clId="{8357882B-FB58-4081-B023-E1978F00B032}" dt="2025-06-26T03:21:33.751" v="1073" actId="1076"/>
          <ac:spMkLst>
            <pc:docMk/>
            <pc:sldMk cId="3019806654" sldId="259"/>
            <ac:spMk id="10" creationId="{E2AF98C0-F5B3-98B3-D026-E047785448B6}"/>
          </ac:spMkLst>
        </pc:spChg>
        <pc:spChg chg="add del mod">
          <ac:chgData name="Keaton Smith" userId="43f47a3b4c49c735" providerId="LiveId" clId="{8357882B-FB58-4081-B023-E1978F00B032}" dt="2025-06-26T03:31:35.146" v="1247" actId="478"/>
          <ac:spMkLst>
            <pc:docMk/>
            <pc:sldMk cId="3019806654" sldId="259"/>
            <ac:spMk id="11" creationId="{EFD7377B-CBBA-3941-D0B2-C6F1927D2B38}"/>
          </ac:spMkLst>
        </pc:spChg>
        <pc:spChg chg="add del mod">
          <ac:chgData name="Keaton Smith" userId="43f47a3b4c49c735" providerId="LiveId" clId="{8357882B-FB58-4081-B023-E1978F00B032}" dt="2025-06-26T03:31:36.806" v="1248" actId="478"/>
          <ac:spMkLst>
            <pc:docMk/>
            <pc:sldMk cId="3019806654" sldId="259"/>
            <ac:spMk id="12" creationId="{1D3AA4CB-A93E-572D-0C01-D9A9A035ABD2}"/>
          </ac:spMkLst>
        </pc:spChg>
        <pc:spChg chg="add del mod">
          <ac:chgData name="Keaton Smith" userId="43f47a3b4c49c735" providerId="LiveId" clId="{8357882B-FB58-4081-B023-E1978F00B032}" dt="2025-06-26T03:31:05.616" v="1246" actId="478"/>
          <ac:spMkLst>
            <pc:docMk/>
            <pc:sldMk cId="3019806654" sldId="259"/>
            <ac:spMk id="13" creationId="{30F9A9E0-5097-A5D2-F198-4B6DAF94BE92}"/>
          </ac:spMkLst>
        </pc:spChg>
        <pc:spChg chg="add del mod">
          <ac:chgData name="Keaton Smith" userId="43f47a3b4c49c735" providerId="LiveId" clId="{8357882B-FB58-4081-B023-E1978F00B032}" dt="2025-06-26T03:31:02.546" v="1245" actId="478"/>
          <ac:spMkLst>
            <pc:docMk/>
            <pc:sldMk cId="3019806654" sldId="259"/>
            <ac:spMk id="14" creationId="{D258BB2C-CC9B-21A0-6EB1-A7C1EF14C387}"/>
          </ac:spMkLst>
        </pc:spChg>
      </pc:sldChg>
      <pc:sldChg chg="add del">
        <pc:chgData name="Keaton Smith" userId="43f47a3b4c49c735" providerId="LiveId" clId="{8357882B-FB58-4081-B023-E1978F00B032}" dt="2025-06-26T03:19:44.497" v="994" actId="47"/>
        <pc:sldMkLst>
          <pc:docMk/>
          <pc:sldMk cId="0" sldId="260"/>
        </pc:sldMkLst>
      </pc:sldChg>
      <pc:sldChg chg="addSp delSp modSp add mod ord">
        <pc:chgData name="Keaton Smith" userId="43f47a3b4c49c735" providerId="LiveId" clId="{8357882B-FB58-4081-B023-E1978F00B032}" dt="2025-06-26T03:49:48.513" v="1624" actId="14100"/>
        <pc:sldMkLst>
          <pc:docMk/>
          <pc:sldMk cId="1311259216" sldId="260"/>
        </pc:sldMkLst>
        <pc:spChg chg="mod">
          <ac:chgData name="Keaton Smith" userId="43f47a3b4c49c735" providerId="LiveId" clId="{8357882B-FB58-4081-B023-E1978F00B032}" dt="2025-06-26T03:40:29.475" v="1351" actId="20577"/>
          <ac:spMkLst>
            <pc:docMk/>
            <pc:sldMk cId="1311259216" sldId="260"/>
            <ac:spMk id="2" creationId="{16BE2D8F-AD4E-ECF0-7BFC-E0DB40FD2893}"/>
          </ac:spMkLst>
        </pc:spChg>
        <pc:spChg chg="add">
          <ac:chgData name="Keaton Smith" userId="43f47a3b4c49c735" providerId="LiveId" clId="{8357882B-FB58-4081-B023-E1978F00B032}" dt="2025-06-26T03:32:00.367" v="1249"/>
          <ac:spMkLst>
            <pc:docMk/>
            <pc:sldMk cId="1311259216" sldId="260"/>
            <ac:spMk id="3" creationId="{6DE32AE2-B197-A9A1-E62F-67FB06999A09}"/>
          </ac:spMkLst>
        </pc:spChg>
        <pc:spChg chg="add mod">
          <ac:chgData name="Keaton Smith" userId="43f47a3b4c49c735" providerId="LiveId" clId="{8357882B-FB58-4081-B023-E1978F00B032}" dt="2025-06-26T03:32:07.299" v="1252"/>
          <ac:spMkLst>
            <pc:docMk/>
            <pc:sldMk cId="1311259216" sldId="260"/>
            <ac:spMk id="5" creationId="{FE5E2742-F793-75FD-230B-0ED704B97B56}"/>
          </ac:spMkLst>
        </pc:spChg>
        <pc:spChg chg="add del mod">
          <ac:chgData name="Keaton Smith" userId="43f47a3b4c49c735" providerId="LiveId" clId="{8357882B-FB58-4081-B023-E1978F00B032}" dt="2025-06-26T03:32:17.405" v="1257"/>
          <ac:spMkLst>
            <pc:docMk/>
            <pc:sldMk cId="1311259216" sldId="260"/>
            <ac:spMk id="6" creationId="{E9F3E94B-35E1-AAF0-94F2-DCF2119ADC37}"/>
          </ac:spMkLst>
        </pc:spChg>
        <pc:spChg chg="del">
          <ac:chgData name="Keaton Smith" userId="43f47a3b4c49c735" providerId="LiveId" clId="{8357882B-FB58-4081-B023-E1978F00B032}" dt="2025-06-26T03:40:49.901" v="1355" actId="478"/>
          <ac:spMkLst>
            <pc:docMk/>
            <pc:sldMk cId="1311259216" sldId="260"/>
            <ac:spMk id="7" creationId="{8A3CDB16-0187-CDE8-D41E-D14AD045F185}"/>
          </ac:spMkLst>
        </pc:spChg>
        <pc:spChg chg="del">
          <ac:chgData name="Keaton Smith" userId="43f47a3b4c49c735" providerId="LiveId" clId="{8357882B-FB58-4081-B023-E1978F00B032}" dt="2025-06-26T03:40:44.908" v="1352" actId="478"/>
          <ac:spMkLst>
            <pc:docMk/>
            <pc:sldMk cId="1311259216" sldId="260"/>
            <ac:spMk id="8" creationId="{C0B0859A-D6D0-81FF-D589-2758D5EF78B8}"/>
          </ac:spMkLst>
        </pc:spChg>
        <pc:spChg chg="del">
          <ac:chgData name="Keaton Smith" userId="43f47a3b4c49c735" providerId="LiveId" clId="{8357882B-FB58-4081-B023-E1978F00B032}" dt="2025-06-26T03:40:48.119" v="1354" actId="478"/>
          <ac:spMkLst>
            <pc:docMk/>
            <pc:sldMk cId="1311259216" sldId="260"/>
            <ac:spMk id="9" creationId="{E28EB080-AE45-4258-84FF-8C4244C7BAE0}"/>
          </ac:spMkLst>
        </pc:spChg>
        <pc:spChg chg="add mod">
          <ac:chgData name="Keaton Smith" userId="43f47a3b4c49c735" providerId="LiveId" clId="{8357882B-FB58-4081-B023-E1978F00B032}" dt="2025-06-26T03:49:35.640" v="1623" actId="1076"/>
          <ac:spMkLst>
            <pc:docMk/>
            <pc:sldMk cId="1311259216" sldId="260"/>
            <ac:spMk id="10" creationId="{62392049-7306-7F13-A497-D5562A7F2E5B}"/>
          </ac:spMkLst>
        </pc:spChg>
        <pc:graphicFrameChg chg="add mod modGraphic">
          <ac:chgData name="Keaton Smith" userId="43f47a3b4c49c735" providerId="LiveId" clId="{8357882B-FB58-4081-B023-E1978F00B032}" dt="2025-06-26T03:49:48.513" v="1624" actId="14100"/>
          <ac:graphicFrameMkLst>
            <pc:docMk/>
            <pc:sldMk cId="1311259216" sldId="260"/>
            <ac:graphicFrameMk id="11" creationId="{7E38B5AD-29A5-64C0-393F-71112BFC1D90}"/>
          </ac:graphicFrameMkLst>
        </pc:graphicFrameChg>
        <pc:picChg chg="del">
          <ac:chgData name="Keaton Smith" userId="43f47a3b4c49c735" providerId="LiveId" clId="{8357882B-FB58-4081-B023-E1978F00B032}" dt="2025-06-26T03:40:45.609" v="1353" actId="478"/>
          <ac:picMkLst>
            <pc:docMk/>
            <pc:sldMk cId="1311259216" sldId="260"/>
            <ac:picMk id="4" creationId="{0B7E2178-82CE-CCA0-43EB-A3967BF3E945}"/>
          </ac:picMkLst>
        </pc:picChg>
      </pc:sldChg>
      <pc:sldChg chg="addSp delSp modSp add mod">
        <pc:chgData name="Keaton Smith" userId="43f47a3b4c49c735" providerId="LiveId" clId="{8357882B-FB58-4081-B023-E1978F00B032}" dt="2025-06-26T03:54:14.003" v="1631" actId="20577"/>
        <pc:sldMkLst>
          <pc:docMk/>
          <pc:sldMk cId="3894274824" sldId="261"/>
        </pc:sldMkLst>
        <pc:spChg chg="mod">
          <ac:chgData name="Keaton Smith" userId="43f47a3b4c49c735" providerId="LiveId" clId="{8357882B-FB58-4081-B023-E1978F00B032}" dt="2025-06-26T03:37:40.978" v="1315" actId="1076"/>
          <ac:spMkLst>
            <pc:docMk/>
            <pc:sldMk cId="3894274824" sldId="261"/>
            <ac:spMk id="2" creationId="{0273033E-3590-60B4-66A0-E2B3BD5847A8}"/>
          </ac:spMkLst>
        </pc:spChg>
        <pc:spChg chg="del mod">
          <ac:chgData name="Keaton Smith" userId="43f47a3b4c49c735" providerId="LiveId" clId="{8357882B-FB58-4081-B023-E1978F00B032}" dt="2025-06-26T03:35:08.813" v="1284" actId="478"/>
          <ac:spMkLst>
            <pc:docMk/>
            <pc:sldMk cId="3894274824" sldId="261"/>
            <ac:spMk id="6" creationId="{B02D177D-54DF-627D-9035-6C7574E4008E}"/>
          </ac:spMkLst>
        </pc:spChg>
        <pc:spChg chg="add">
          <ac:chgData name="Keaton Smith" userId="43f47a3b4c49c735" providerId="LiveId" clId="{8357882B-FB58-4081-B023-E1978F00B032}" dt="2025-06-26T03:34:52.198" v="1278"/>
          <ac:spMkLst>
            <pc:docMk/>
            <pc:sldMk cId="3894274824" sldId="261"/>
            <ac:spMk id="11" creationId="{739BFCC1-2EE9-23B4-C2ED-A4F269AD0688}"/>
          </ac:spMkLst>
        </pc:spChg>
        <pc:spChg chg="add">
          <ac:chgData name="Keaton Smith" userId="43f47a3b4c49c735" providerId="LiveId" clId="{8357882B-FB58-4081-B023-E1978F00B032}" dt="2025-06-26T03:34:58.618" v="1280"/>
          <ac:spMkLst>
            <pc:docMk/>
            <pc:sldMk cId="3894274824" sldId="261"/>
            <ac:spMk id="12" creationId="{9583A93C-A940-8E74-16BE-BBAD6C0CFFEB}"/>
          </ac:spMkLst>
        </pc:spChg>
        <pc:spChg chg="add del">
          <ac:chgData name="Keaton Smith" userId="43f47a3b4c49c735" providerId="LiveId" clId="{8357882B-FB58-4081-B023-E1978F00B032}" dt="2025-06-26T03:35:08.813" v="1284" actId="478"/>
          <ac:spMkLst>
            <pc:docMk/>
            <pc:sldMk cId="3894274824" sldId="261"/>
            <ac:spMk id="13" creationId="{6875AFB0-71AD-DD6A-A3E1-4D8813BEC5AC}"/>
          </ac:spMkLst>
        </pc:spChg>
        <pc:spChg chg="add del mod">
          <ac:chgData name="Keaton Smith" userId="43f47a3b4c49c735" providerId="LiveId" clId="{8357882B-FB58-4081-B023-E1978F00B032}" dt="2025-06-26T03:35:13.119" v="1285"/>
          <ac:spMkLst>
            <pc:docMk/>
            <pc:sldMk cId="3894274824" sldId="261"/>
            <ac:spMk id="14" creationId="{0C36F293-4609-8B94-6934-6D5D5191CB60}"/>
          </ac:spMkLst>
        </pc:spChg>
        <pc:spChg chg="add mod">
          <ac:chgData name="Keaton Smith" userId="43f47a3b4c49c735" providerId="LiveId" clId="{8357882B-FB58-4081-B023-E1978F00B032}" dt="2025-06-26T03:54:14.003" v="1631" actId="20577"/>
          <ac:spMkLst>
            <pc:docMk/>
            <pc:sldMk cId="3894274824" sldId="261"/>
            <ac:spMk id="15" creationId="{7138D6A9-E77E-1B58-2F72-D57198D4FCE9}"/>
          </ac:spMkLst>
        </pc:spChg>
      </pc:sldChg>
      <pc:sldChg chg="addSp modSp add mod ord">
        <pc:chgData name="Keaton Smith" userId="43f47a3b4c49c735" providerId="LiveId" clId="{8357882B-FB58-4081-B023-E1978F00B032}" dt="2025-06-26T04:07:47.728" v="2746" actId="20577"/>
        <pc:sldMkLst>
          <pc:docMk/>
          <pc:sldMk cId="2244068058" sldId="262"/>
        </pc:sldMkLst>
        <pc:spChg chg="mod">
          <ac:chgData name="Keaton Smith" userId="43f47a3b4c49c735" providerId="LiveId" clId="{8357882B-FB58-4081-B023-E1978F00B032}" dt="2025-06-26T03:57:37.408" v="1657" actId="20577"/>
          <ac:spMkLst>
            <pc:docMk/>
            <pc:sldMk cId="2244068058" sldId="262"/>
            <ac:spMk id="2" creationId="{9461A565-3CAA-C5C6-3EC8-AF0CC138AFC4}"/>
          </ac:spMkLst>
        </pc:spChg>
        <pc:spChg chg="add mod">
          <ac:chgData name="Keaton Smith" userId="43f47a3b4c49c735" providerId="LiveId" clId="{8357882B-FB58-4081-B023-E1978F00B032}" dt="2025-06-26T03:59:01.800" v="1685"/>
          <ac:spMkLst>
            <pc:docMk/>
            <pc:sldMk cId="2244068058" sldId="262"/>
            <ac:spMk id="3" creationId="{7539DB1F-3A73-66F2-4E16-AFDFBE37C60D}"/>
          </ac:spMkLst>
        </pc:spChg>
        <pc:spChg chg="add mod">
          <ac:chgData name="Keaton Smith" userId="43f47a3b4c49c735" providerId="LiveId" clId="{8357882B-FB58-4081-B023-E1978F00B032}" dt="2025-06-26T04:07:20.278" v="2656"/>
          <ac:spMkLst>
            <pc:docMk/>
            <pc:sldMk cId="2244068058" sldId="262"/>
            <ac:spMk id="5" creationId="{64E609DC-A85F-3C97-1B16-B25581E24324}"/>
          </ac:spMkLst>
        </pc:spChg>
        <pc:spChg chg="mod">
          <ac:chgData name="Keaton Smith" userId="43f47a3b4c49c735" providerId="LiveId" clId="{8357882B-FB58-4081-B023-E1978F00B032}" dt="2025-06-26T04:07:47.728" v="2746" actId="20577"/>
          <ac:spMkLst>
            <pc:docMk/>
            <pc:sldMk cId="2244068058" sldId="262"/>
            <ac:spMk id="6" creationId="{AB28A075-42B3-8D90-19B7-894C2E19ECC6}"/>
          </ac:spMkLst>
        </pc:spChg>
      </pc:sldChg>
      <pc:sldChg chg="add del">
        <pc:chgData name="Keaton Smith" userId="43f47a3b4c49c735" providerId="LiveId" clId="{8357882B-FB58-4081-B023-E1978F00B032}" dt="2025-06-26T03:57:25.998" v="1636" actId="47"/>
        <pc:sldMkLst>
          <pc:docMk/>
          <pc:sldMk cId="3323290021" sldId="263"/>
        </pc:sldMkLst>
      </pc:sldChg>
      <pc:sldChg chg="addSp delSp modSp add mod">
        <pc:chgData name="Keaton Smith" userId="43f47a3b4c49c735" providerId="LiveId" clId="{8357882B-FB58-4081-B023-E1978F00B032}" dt="2025-06-26T04:19:33.440" v="2928" actId="20577"/>
        <pc:sldMkLst>
          <pc:docMk/>
          <pc:sldMk cId="3518398598" sldId="263"/>
        </pc:sldMkLst>
        <pc:spChg chg="mod">
          <ac:chgData name="Keaton Smith" userId="43f47a3b4c49c735" providerId="LiveId" clId="{8357882B-FB58-4081-B023-E1978F00B032}" dt="2025-06-26T04:16:13.033" v="2754" actId="20577"/>
          <ac:spMkLst>
            <pc:docMk/>
            <pc:sldMk cId="3518398598" sldId="263"/>
            <ac:spMk id="2" creationId="{53A77901-6AFA-8B13-90FD-12CC63F72838}"/>
          </ac:spMkLst>
        </pc:spChg>
        <pc:spChg chg="add">
          <ac:chgData name="Keaton Smith" userId="43f47a3b4c49c735" providerId="LiveId" clId="{8357882B-FB58-4081-B023-E1978F00B032}" dt="2025-06-26T04:16:18.304" v="2755"/>
          <ac:spMkLst>
            <pc:docMk/>
            <pc:sldMk cId="3518398598" sldId="263"/>
            <ac:spMk id="3" creationId="{227F7AE5-D490-D51E-7C02-9E0808C6AE86}"/>
          </ac:spMkLst>
        </pc:spChg>
        <pc:spChg chg="add mod">
          <ac:chgData name="Keaton Smith" userId="43f47a3b4c49c735" providerId="LiveId" clId="{8357882B-FB58-4081-B023-E1978F00B032}" dt="2025-06-26T04:19:33.440" v="2928" actId="20577"/>
          <ac:spMkLst>
            <pc:docMk/>
            <pc:sldMk cId="3518398598" sldId="263"/>
            <ac:spMk id="5" creationId="{88E03A10-C98C-FB31-0FAD-EA1A411772BB}"/>
          </ac:spMkLst>
        </pc:spChg>
        <pc:spChg chg="del mod">
          <ac:chgData name="Keaton Smith" userId="43f47a3b4c49c735" providerId="LiveId" clId="{8357882B-FB58-4081-B023-E1978F00B032}" dt="2025-06-26T04:16:23.593" v="2757"/>
          <ac:spMkLst>
            <pc:docMk/>
            <pc:sldMk cId="3518398598" sldId="263"/>
            <ac:spMk id="6" creationId="{D0256907-BC5E-6516-FEBD-706F29D13CF5}"/>
          </ac:spMkLst>
        </pc:spChg>
      </pc:sldChg>
      <pc:sldChg chg="addSp delSp modSp add mod">
        <pc:chgData name="Keaton Smith" userId="43f47a3b4c49c735" providerId="LiveId" clId="{8357882B-FB58-4081-B023-E1978F00B032}" dt="2025-06-26T04:25:24.826" v="2940" actId="478"/>
        <pc:sldMkLst>
          <pc:docMk/>
          <pc:sldMk cId="3583525895" sldId="264"/>
        </pc:sldMkLst>
        <pc:spChg chg="mod">
          <ac:chgData name="Keaton Smith" userId="43f47a3b4c49c735" providerId="LiveId" clId="{8357882B-FB58-4081-B023-E1978F00B032}" dt="2025-06-26T04:25:19.142" v="2938" actId="20577"/>
          <ac:spMkLst>
            <pc:docMk/>
            <pc:sldMk cId="3583525895" sldId="264"/>
            <ac:spMk id="2" creationId="{4442AA61-FE74-3CA9-2CA4-E4027EB29FE2}"/>
          </ac:spMkLst>
        </pc:spChg>
        <pc:spChg chg="add del mod">
          <ac:chgData name="Keaton Smith" userId="43f47a3b4c49c735" providerId="LiveId" clId="{8357882B-FB58-4081-B023-E1978F00B032}" dt="2025-06-26T04:25:24.826" v="2940" actId="478"/>
          <ac:spMkLst>
            <pc:docMk/>
            <pc:sldMk cId="3583525895" sldId="264"/>
            <ac:spMk id="3" creationId="{C2C18739-AB43-5A69-4FAB-E8AEFC187082}"/>
          </ac:spMkLst>
        </pc:spChg>
        <pc:spChg chg="del">
          <ac:chgData name="Keaton Smith" userId="43f47a3b4c49c735" providerId="LiveId" clId="{8357882B-FB58-4081-B023-E1978F00B032}" dt="2025-06-26T04:25:22.525" v="2939" actId="478"/>
          <ac:spMkLst>
            <pc:docMk/>
            <pc:sldMk cId="3583525895" sldId="264"/>
            <ac:spMk id="5" creationId="{D9BBB436-CAB6-5114-1F2D-911684EA89E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B61D1A-376F-4707-ABBB-62682B6588D7}" type="doc">
      <dgm:prSet loTypeId="urn:microsoft.com/office/officeart/2005/8/layout/hierarchy6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F2B78BF-F82C-46A3-B9CE-058D8563226F}">
      <dgm:prSet phldrT="[Text]"/>
      <dgm:spPr/>
      <dgm:t>
        <a:bodyPr/>
        <a:lstStyle/>
        <a:p>
          <a:r>
            <a:rPr lang="en-US" dirty="0"/>
            <a:t>Interface Nodule</a:t>
          </a:r>
        </a:p>
      </dgm:t>
    </dgm:pt>
    <dgm:pt modelId="{C820FAC1-F3AE-4A56-9175-5C3214B3B4BF}" type="parTrans" cxnId="{A540F605-05B2-4F37-B13C-079BC8D5D921}">
      <dgm:prSet/>
      <dgm:spPr/>
      <dgm:t>
        <a:bodyPr/>
        <a:lstStyle/>
        <a:p>
          <a:endParaRPr lang="en-US"/>
        </a:p>
      </dgm:t>
    </dgm:pt>
    <dgm:pt modelId="{4F1015C7-57BB-428E-B210-AEBA96A7C849}" type="sibTrans" cxnId="{A540F605-05B2-4F37-B13C-079BC8D5D921}">
      <dgm:prSet/>
      <dgm:spPr/>
      <dgm:t>
        <a:bodyPr/>
        <a:lstStyle/>
        <a:p>
          <a:endParaRPr lang="en-US"/>
        </a:p>
      </dgm:t>
    </dgm:pt>
    <dgm:pt modelId="{4C8ADD41-7EC7-44EF-BB97-B7A4F636B9DF}">
      <dgm:prSet phldrT="[Text]"/>
      <dgm:spPr/>
      <dgm:t>
        <a:bodyPr/>
        <a:lstStyle/>
        <a:p>
          <a:r>
            <a:rPr lang="en-US" dirty="0"/>
            <a:t>Support Nodules</a:t>
          </a:r>
        </a:p>
      </dgm:t>
    </dgm:pt>
    <dgm:pt modelId="{73D4C3DB-5C08-4BA0-AAF6-91CD69947D00}" type="parTrans" cxnId="{908C95F1-9CCA-4769-9E8F-67148099DE8F}">
      <dgm:prSet/>
      <dgm:spPr/>
      <dgm:t>
        <a:bodyPr/>
        <a:lstStyle/>
        <a:p>
          <a:endParaRPr lang="en-US"/>
        </a:p>
      </dgm:t>
    </dgm:pt>
    <dgm:pt modelId="{23DF27B0-9E1E-49C8-8F05-150471F0185D}" type="sibTrans" cxnId="{908C95F1-9CCA-4769-9E8F-67148099DE8F}">
      <dgm:prSet/>
      <dgm:spPr/>
      <dgm:t>
        <a:bodyPr/>
        <a:lstStyle/>
        <a:p>
          <a:endParaRPr lang="en-US"/>
        </a:p>
      </dgm:t>
    </dgm:pt>
    <dgm:pt modelId="{A4AB3723-F0CB-471F-BCD3-70037254A14F}">
      <dgm:prSet phldrT="[Text]"/>
      <dgm:spPr/>
      <dgm:t>
        <a:bodyPr/>
        <a:lstStyle/>
        <a:p>
          <a:r>
            <a:rPr lang="en-US" dirty="0"/>
            <a:t>Core Nodule</a:t>
          </a:r>
        </a:p>
      </dgm:t>
    </dgm:pt>
    <dgm:pt modelId="{099C83AF-698D-44C9-A640-280F3E075142}" type="parTrans" cxnId="{4B88246F-2265-4974-9E3E-B3EEFE020B3E}">
      <dgm:prSet/>
      <dgm:spPr/>
      <dgm:t>
        <a:bodyPr/>
        <a:lstStyle/>
        <a:p>
          <a:endParaRPr lang="en-US"/>
        </a:p>
      </dgm:t>
    </dgm:pt>
    <dgm:pt modelId="{6CC33040-1AA9-4F53-B5A3-A821E92DE48B}" type="sibTrans" cxnId="{4B88246F-2265-4974-9E3E-B3EEFE020B3E}">
      <dgm:prSet/>
      <dgm:spPr/>
      <dgm:t>
        <a:bodyPr/>
        <a:lstStyle/>
        <a:p>
          <a:endParaRPr lang="en-US"/>
        </a:p>
      </dgm:t>
    </dgm:pt>
    <dgm:pt modelId="{53F8BC63-CB9A-489C-B475-09E5AFD3AB91}">
      <dgm:prSet phldrT="[Text]"/>
      <dgm:spPr/>
      <dgm:t>
        <a:bodyPr/>
        <a:lstStyle/>
        <a:p>
          <a:r>
            <a:rPr lang="en-US" dirty="0"/>
            <a:t>Core Nodule</a:t>
          </a:r>
        </a:p>
      </dgm:t>
    </dgm:pt>
    <dgm:pt modelId="{40D27A5A-8EAB-4E96-9D20-515CBEBC0DCE}" type="parTrans" cxnId="{8BB29FAC-B43E-421F-B365-609555EC6736}">
      <dgm:prSet/>
      <dgm:spPr/>
      <dgm:t>
        <a:bodyPr/>
        <a:lstStyle/>
        <a:p>
          <a:endParaRPr lang="en-US"/>
        </a:p>
      </dgm:t>
    </dgm:pt>
    <dgm:pt modelId="{08B78631-2F8B-4833-8A0F-CD340268CBCE}" type="sibTrans" cxnId="{8BB29FAC-B43E-421F-B365-609555EC6736}">
      <dgm:prSet/>
      <dgm:spPr/>
      <dgm:t>
        <a:bodyPr/>
        <a:lstStyle/>
        <a:p>
          <a:endParaRPr lang="en-US"/>
        </a:p>
      </dgm:t>
    </dgm:pt>
    <dgm:pt modelId="{D5EEE362-63A7-401E-8A15-439C269156EB}">
      <dgm:prSet phldrT="[Text]"/>
      <dgm:spPr/>
      <dgm:t>
        <a:bodyPr/>
        <a:lstStyle/>
        <a:p>
          <a:r>
            <a:rPr lang="en-US" dirty="0"/>
            <a:t>Feedback Nodule</a:t>
          </a:r>
        </a:p>
      </dgm:t>
    </dgm:pt>
    <dgm:pt modelId="{7681B0BD-6CC5-406C-A92C-EAC7399A3C59}" type="parTrans" cxnId="{87B7DE6B-79E3-44C1-9B04-3B9F927F0EC2}">
      <dgm:prSet/>
      <dgm:spPr/>
      <dgm:t>
        <a:bodyPr/>
        <a:lstStyle/>
        <a:p>
          <a:endParaRPr lang="en-US"/>
        </a:p>
      </dgm:t>
    </dgm:pt>
    <dgm:pt modelId="{84750CFB-FC95-4C0C-8450-F833214726AB}" type="sibTrans" cxnId="{87B7DE6B-79E3-44C1-9B04-3B9F927F0EC2}">
      <dgm:prSet/>
      <dgm:spPr/>
      <dgm:t>
        <a:bodyPr/>
        <a:lstStyle/>
        <a:p>
          <a:endParaRPr lang="en-US"/>
        </a:p>
      </dgm:t>
    </dgm:pt>
    <dgm:pt modelId="{56053D1A-AF42-48A9-82E4-700298D242E7}">
      <dgm:prSet phldrT="[Text]"/>
      <dgm:spPr/>
      <dgm:t>
        <a:bodyPr/>
        <a:lstStyle/>
        <a:p>
          <a:r>
            <a:rPr lang="en-US" dirty="0"/>
            <a:t>Core Nodule</a:t>
          </a:r>
        </a:p>
      </dgm:t>
    </dgm:pt>
    <dgm:pt modelId="{8526CA8D-0192-431F-8322-88C7FCBB71D9}" type="parTrans" cxnId="{7FB389B5-A747-4865-B071-93F4C9F774DF}">
      <dgm:prSet/>
      <dgm:spPr/>
      <dgm:t>
        <a:bodyPr/>
        <a:lstStyle/>
        <a:p>
          <a:endParaRPr lang="en-US"/>
        </a:p>
      </dgm:t>
    </dgm:pt>
    <dgm:pt modelId="{370AB38B-BA61-4A42-AC76-807D5EE5394B}" type="sibTrans" cxnId="{7FB389B5-A747-4865-B071-93F4C9F774DF}">
      <dgm:prSet/>
      <dgm:spPr/>
      <dgm:t>
        <a:bodyPr/>
        <a:lstStyle/>
        <a:p>
          <a:endParaRPr lang="en-US"/>
        </a:p>
      </dgm:t>
    </dgm:pt>
    <dgm:pt modelId="{F00A2722-ECA8-467B-988B-7414DE404DA9}">
      <dgm:prSet phldrT="[Text]"/>
      <dgm:spPr/>
      <dgm:t>
        <a:bodyPr/>
        <a:lstStyle/>
        <a:p>
          <a:r>
            <a:rPr lang="en-US" dirty="0"/>
            <a:t>Interaction</a:t>
          </a:r>
        </a:p>
      </dgm:t>
    </dgm:pt>
    <dgm:pt modelId="{54911431-A5E8-4B5C-B3C5-4B778DB41AB6}" type="parTrans" cxnId="{2C0DC6DE-0F70-404C-AD6A-606A9E3249E1}">
      <dgm:prSet/>
      <dgm:spPr/>
      <dgm:t>
        <a:bodyPr/>
        <a:lstStyle/>
        <a:p>
          <a:endParaRPr lang="en-US"/>
        </a:p>
      </dgm:t>
    </dgm:pt>
    <dgm:pt modelId="{D620B055-E8BE-4F1C-B939-8578EAE83757}" type="sibTrans" cxnId="{2C0DC6DE-0F70-404C-AD6A-606A9E3249E1}">
      <dgm:prSet/>
      <dgm:spPr/>
      <dgm:t>
        <a:bodyPr/>
        <a:lstStyle/>
        <a:p>
          <a:endParaRPr lang="en-US"/>
        </a:p>
      </dgm:t>
    </dgm:pt>
    <dgm:pt modelId="{4388B336-F68E-4AB8-83FB-FBA49A08B284}">
      <dgm:prSet phldrT="[Text]"/>
      <dgm:spPr/>
      <dgm:t>
        <a:bodyPr/>
        <a:lstStyle/>
        <a:p>
          <a:r>
            <a:rPr lang="en-US" dirty="0"/>
            <a:t>Support</a:t>
          </a:r>
        </a:p>
      </dgm:t>
    </dgm:pt>
    <dgm:pt modelId="{82205A01-BBE1-473D-8BA4-B5E49054EF88}" type="parTrans" cxnId="{54B53BB4-1FCA-441D-BEA0-CE8B4A6AB2C4}">
      <dgm:prSet/>
      <dgm:spPr/>
      <dgm:t>
        <a:bodyPr/>
        <a:lstStyle/>
        <a:p>
          <a:endParaRPr lang="en-US"/>
        </a:p>
      </dgm:t>
    </dgm:pt>
    <dgm:pt modelId="{5A84F92C-496A-4FB2-A2DD-CC7B2FE3047E}" type="sibTrans" cxnId="{54B53BB4-1FCA-441D-BEA0-CE8B4A6AB2C4}">
      <dgm:prSet/>
      <dgm:spPr/>
      <dgm:t>
        <a:bodyPr/>
        <a:lstStyle/>
        <a:p>
          <a:endParaRPr lang="en-US"/>
        </a:p>
      </dgm:t>
    </dgm:pt>
    <dgm:pt modelId="{BA53B21E-C57F-4653-8BD0-6177B7ACF8A2}">
      <dgm:prSet phldrT="[Text]"/>
      <dgm:spPr/>
      <dgm:t>
        <a:bodyPr/>
        <a:lstStyle/>
        <a:p>
          <a:r>
            <a:rPr lang="en-US" dirty="0"/>
            <a:t>Production</a:t>
          </a:r>
        </a:p>
      </dgm:t>
    </dgm:pt>
    <dgm:pt modelId="{CE15197B-29EC-47A2-A383-0C371427EBFC}" type="parTrans" cxnId="{D104DDCF-E785-4824-98A0-FFFBB67F12F6}">
      <dgm:prSet/>
      <dgm:spPr/>
      <dgm:t>
        <a:bodyPr/>
        <a:lstStyle/>
        <a:p>
          <a:endParaRPr lang="en-US"/>
        </a:p>
      </dgm:t>
    </dgm:pt>
    <dgm:pt modelId="{13C21D56-6E8C-4F9A-B3FC-90968AFAC10F}" type="sibTrans" cxnId="{D104DDCF-E785-4824-98A0-FFFBB67F12F6}">
      <dgm:prSet/>
      <dgm:spPr/>
      <dgm:t>
        <a:bodyPr/>
        <a:lstStyle/>
        <a:p>
          <a:endParaRPr lang="en-US"/>
        </a:p>
      </dgm:t>
    </dgm:pt>
    <dgm:pt modelId="{573CA07D-1A4B-4422-AB18-D7749BBBF8C8}" type="pres">
      <dgm:prSet presAssocID="{E2B61D1A-376F-4707-ABBB-62682B6588D7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9B82B1C-1D93-4431-9072-0A8D1411245D}" type="pres">
      <dgm:prSet presAssocID="{E2B61D1A-376F-4707-ABBB-62682B6588D7}" presName="hierFlow" presStyleCnt="0"/>
      <dgm:spPr/>
    </dgm:pt>
    <dgm:pt modelId="{7045C4B5-A9DF-4C78-A7E8-0D775E1C7C2A}" type="pres">
      <dgm:prSet presAssocID="{E2B61D1A-376F-4707-ABBB-62682B6588D7}" presName="firstBuf" presStyleCnt="0"/>
      <dgm:spPr/>
    </dgm:pt>
    <dgm:pt modelId="{A923311D-9E37-41D0-A6E9-C3EA5225120D}" type="pres">
      <dgm:prSet presAssocID="{E2B61D1A-376F-4707-ABBB-62682B6588D7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583AF821-99F4-4940-B67D-7AFA29FDAEA4}" type="pres">
      <dgm:prSet presAssocID="{8F2B78BF-F82C-46A3-B9CE-058D8563226F}" presName="Name14" presStyleCnt="0"/>
      <dgm:spPr/>
    </dgm:pt>
    <dgm:pt modelId="{53613686-37C6-4180-87C5-856EA8D67EF3}" type="pres">
      <dgm:prSet presAssocID="{8F2B78BF-F82C-46A3-B9CE-058D8563226F}" presName="level1Shape" presStyleLbl="node0" presStyleIdx="0" presStyleCnt="1">
        <dgm:presLayoutVars>
          <dgm:chPref val="3"/>
        </dgm:presLayoutVars>
      </dgm:prSet>
      <dgm:spPr/>
    </dgm:pt>
    <dgm:pt modelId="{24890B75-20D1-462A-A9B6-F8F1D97476B0}" type="pres">
      <dgm:prSet presAssocID="{8F2B78BF-F82C-46A3-B9CE-058D8563226F}" presName="hierChild2" presStyleCnt="0"/>
      <dgm:spPr/>
    </dgm:pt>
    <dgm:pt modelId="{89A48A37-EE14-4007-A913-5DCA09609D2E}" type="pres">
      <dgm:prSet presAssocID="{73D4C3DB-5C08-4BA0-AAF6-91CD69947D00}" presName="Name19" presStyleLbl="parChTrans1D2" presStyleIdx="0" presStyleCnt="2"/>
      <dgm:spPr/>
    </dgm:pt>
    <dgm:pt modelId="{1E101E6C-6FFE-498C-8FC5-8FFADA6C3AFA}" type="pres">
      <dgm:prSet presAssocID="{4C8ADD41-7EC7-44EF-BB97-B7A4F636B9DF}" presName="Name21" presStyleCnt="0"/>
      <dgm:spPr/>
    </dgm:pt>
    <dgm:pt modelId="{CD9A82CE-1F46-4F91-96BA-0F36273F5F58}" type="pres">
      <dgm:prSet presAssocID="{4C8ADD41-7EC7-44EF-BB97-B7A4F636B9DF}" presName="level2Shape" presStyleLbl="node2" presStyleIdx="0" presStyleCnt="2"/>
      <dgm:spPr/>
    </dgm:pt>
    <dgm:pt modelId="{D5232B83-F7AE-4AB9-9BB2-1ADBDA3EF148}" type="pres">
      <dgm:prSet presAssocID="{4C8ADD41-7EC7-44EF-BB97-B7A4F636B9DF}" presName="hierChild3" presStyleCnt="0"/>
      <dgm:spPr/>
    </dgm:pt>
    <dgm:pt modelId="{C04A594D-4C1D-471E-AE83-F7A472FCAE51}" type="pres">
      <dgm:prSet presAssocID="{099C83AF-698D-44C9-A640-280F3E075142}" presName="Name19" presStyleLbl="parChTrans1D3" presStyleIdx="0" presStyleCnt="3"/>
      <dgm:spPr/>
    </dgm:pt>
    <dgm:pt modelId="{FD3AD5D5-2A4C-4C45-9052-58E558AFD386}" type="pres">
      <dgm:prSet presAssocID="{A4AB3723-F0CB-471F-BCD3-70037254A14F}" presName="Name21" presStyleCnt="0"/>
      <dgm:spPr/>
    </dgm:pt>
    <dgm:pt modelId="{9474FB13-C72C-4EF5-93B0-7EB0A0A5C540}" type="pres">
      <dgm:prSet presAssocID="{A4AB3723-F0CB-471F-BCD3-70037254A14F}" presName="level2Shape" presStyleLbl="node3" presStyleIdx="0" presStyleCnt="3"/>
      <dgm:spPr/>
    </dgm:pt>
    <dgm:pt modelId="{CB058AA4-432B-4002-8008-75BF8CBC879D}" type="pres">
      <dgm:prSet presAssocID="{A4AB3723-F0CB-471F-BCD3-70037254A14F}" presName="hierChild3" presStyleCnt="0"/>
      <dgm:spPr/>
    </dgm:pt>
    <dgm:pt modelId="{60879FA8-B472-4B52-BC2B-054FEB527DAB}" type="pres">
      <dgm:prSet presAssocID="{40D27A5A-8EAB-4E96-9D20-515CBEBC0DCE}" presName="Name19" presStyleLbl="parChTrans1D3" presStyleIdx="1" presStyleCnt="3"/>
      <dgm:spPr/>
    </dgm:pt>
    <dgm:pt modelId="{9FD21EEB-33F8-44E5-82E0-1E4D4E6D84D6}" type="pres">
      <dgm:prSet presAssocID="{53F8BC63-CB9A-489C-B475-09E5AFD3AB91}" presName="Name21" presStyleCnt="0"/>
      <dgm:spPr/>
    </dgm:pt>
    <dgm:pt modelId="{98AC893D-A74E-4A94-A73D-7737E80A0EF1}" type="pres">
      <dgm:prSet presAssocID="{53F8BC63-CB9A-489C-B475-09E5AFD3AB91}" presName="level2Shape" presStyleLbl="node3" presStyleIdx="1" presStyleCnt="3"/>
      <dgm:spPr/>
    </dgm:pt>
    <dgm:pt modelId="{844B6860-2A39-4BAC-9050-D3219B9D5CF4}" type="pres">
      <dgm:prSet presAssocID="{53F8BC63-CB9A-489C-B475-09E5AFD3AB91}" presName="hierChild3" presStyleCnt="0"/>
      <dgm:spPr/>
    </dgm:pt>
    <dgm:pt modelId="{DEF59098-5AA8-41EE-B14C-ABB4322C7A20}" type="pres">
      <dgm:prSet presAssocID="{7681B0BD-6CC5-406C-A92C-EAC7399A3C59}" presName="Name19" presStyleLbl="parChTrans1D2" presStyleIdx="1" presStyleCnt="2"/>
      <dgm:spPr/>
    </dgm:pt>
    <dgm:pt modelId="{EAEE5D07-674D-4E64-BDE2-53E644F76653}" type="pres">
      <dgm:prSet presAssocID="{D5EEE362-63A7-401E-8A15-439C269156EB}" presName="Name21" presStyleCnt="0"/>
      <dgm:spPr/>
    </dgm:pt>
    <dgm:pt modelId="{AD504FA5-E5A5-4A21-83B2-A5E2F802541D}" type="pres">
      <dgm:prSet presAssocID="{D5EEE362-63A7-401E-8A15-439C269156EB}" presName="level2Shape" presStyleLbl="node2" presStyleIdx="1" presStyleCnt="2"/>
      <dgm:spPr/>
    </dgm:pt>
    <dgm:pt modelId="{97133E88-ACF7-4080-A703-8A0938047719}" type="pres">
      <dgm:prSet presAssocID="{D5EEE362-63A7-401E-8A15-439C269156EB}" presName="hierChild3" presStyleCnt="0"/>
      <dgm:spPr/>
    </dgm:pt>
    <dgm:pt modelId="{D947810E-37F7-4728-B5AD-8D0E9E296BF1}" type="pres">
      <dgm:prSet presAssocID="{8526CA8D-0192-431F-8322-88C7FCBB71D9}" presName="Name19" presStyleLbl="parChTrans1D3" presStyleIdx="2" presStyleCnt="3"/>
      <dgm:spPr/>
    </dgm:pt>
    <dgm:pt modelId="{80DE3A61-B84A-4781-961D-238CB0CD0003}" type="pres">
      <dgm:prSet presAssocID="{56053D1A-AF42-48A9-82E4-700298D242E7}" presName="Name21" presStyleCnt="0"/>
      <dgm:spPr/>
    </dgm:pt>
    <dgm:pt modelId="{0FEAF797-C70A-4321-A07F-CB236316BCB9}" type="pres">
      <dgm:prSet presAssocID="{56053D1A-AF42-48A9-82E4-700298D242E7}" presName="level2Shape" presStyleLbl="node3" presStyleIdx="2" presStyleCnt="3"/>
      <dgm:spPr/>
    </dgm:pt>
    <dgm:pt modelId="{3428C3C2-3646-4729-A1BE-46528FE68904}" type="pres">
      <dgm:prSet presAssocID="{56053D1A-AF42-48A9-82E4-700298D242E7}" presName="hierChild3" presStyleCnt="0"/>
      <dgm:spPr/>
    </dgm:pt>
    <dgm:pt modelId="{BA769485-1C20-4FA9-B082-DB70CCFD0A72}" type="pres">
      <dgm:prSet presAssocID="{E2B61D1A-376F-4707-ABBB-62682B6588D7}" presName="bgShapesFlow" presStyleCnt="0"/>
      <dgm:spPr/>
    </dgm:pt>
    <dgm:pt modelId="{F123B157-051B-4AA4-8CE2-A1C7EFFC94A8}" type="pres">
      <dgm:prSet presAssocID="{F00A2722-ECA8-467B-988B-7414DE404DA9}" presName="rectComp" presStyleCnt="0"/>
      <dgm:spPr/>
    </dgm:pt>
    <dgm:pt modelId="{8BFC09F0-FE1D-4208-A47E-38FD205F2C4D}" type="pres">
      <dgm:prSet presAssocID="{F00A2722-ECA8-467B-988B-7414DE404DA9}" presName="bgRect" presStyleLbl="bgShp" presStyleIdx="0" presStyleCnt="3"/>
      <dgm:spPr/>
    </dgm:pt>
    <dgm:pt modelId="{76F378C6-ABE3-4405-B5B4-E89C5D32F0FE}" type="pres">
      <dgm:prSet presAssocID="{F00A2722-ECA8-467B-988B-7414DE404DA9}" presName="bgRectTx" presStyleLbl="bgShp" presStyleIdx="0" presStyleCnt="3">
        <dgm:presLayoutVars>
          <dgm:bulletEnabled val="1"/>
        </dgm:presLayoutVars>
      </dgm:prSet>
      <dgm:spPr/>
    </dgm:pt>
    <dgm:pt modelId="{D5D3A9BE-128D-482B-9347-B144B8C82173}" type="pres">
      <dgm:prSet presAssocID="{F00A2722-ECA8-467B-988B-7414DE404DA9}" presName="spComp" presStyleCnt="0"/>
      <dgm:spPr/>
    </dgm:pt>
    <dgm:pt modelId="{C1179A3A-24A7-4650-9D55-7231F4926572}" type="pres">
      <dgm:prSet presAssocID="{F00A2722-ECA8-467B-988B-7414DE404DA9}" presName="vSp" presStyleCnt="0"/>
      <dgm:spPr/>
    </dgm:pt>
    <dgm:pt modelId="{AFD2EFA1-3274-4675-8DA9-E15FC8672AC3}" type="pres">
      <dgm:prSet presAssocID="{4388B336-F68E-4AB8-83FB-FBA49A08B284}" presName="rectComp" presStyleCnt="0"/>
      <dgm:spPr/>
    </dgm:pt>
    <dgm:pt modelId="{BE1771AB-8408-44D2-A9E8-BDDC52BF97C1}" type="pres">
      <dgm:prSet presAssocID="{4388B336-F68E-4AB8-83FB-FBA49A08B284}" presName="bgRect" presStyleLbl="bgShp" presStyleIdx="1" presStyleCnt="3"/>
      <dgm:spPr/>
    </dgm:pt>
    <dgm:pt modelId="{A1DD5B8E-19F9-4F61-BF71-EB04650125E3}" type="pres">
      <dgm:prSet presAssocID="{4388B336-F68E-4AB8-83FB-FBA49A08B284}" presName="bgRectTx" presStyleLbl="bgShp" presStyleIdx="1" presStyleCnt="3">
        <dgm:presLayoutVars>
          <dgm:bulletEnabled val="1"/>
        </dgm:presLayoutVars>
      </dgm:prSet>
      <dgm:spPr/>
    </dgm:pt>
    <dgm:pt modelId="{E17D98DB-7005-45EA-9837-C32D07CD23BD}" type="pres">
      <dgm:prSet presAssocID="{4388B336-F68E-4AB8-83FB-FBA49A08B284}" presName="spComp" presStyleCnt="0"/>
      <dgm:spPr/>
    </dgm:pt>
    <dgm:pt modelId="{656F68BB-41A4-46D5-B1DA-391CA37D9C89}" type="pres">
      <dgm:prSet presAssocID="{4388B336-F68E-4AB8-83FB-FBA49A08B284}" presName="vSp" presStyleCnt="0"/>
      <dgm:spPr/>
    </dgm:pt>
    <dgm:pt modelId="{52EAF623-F028-4748-BCCF-F1796705C63E}" type="pres">
      <dgm:prSet presAssocID="{BA53B21E-C57F-4653-8BD0-6177B7ACF8A2}" presName="rectComp" presStyleCnt="0"/>
      <dgm:spPr/>
    </dgm:pt>
    <dgm:pt modelId="{972A35C0-ADCD-4373-B822-9DC7E627E9F3}" type="pres">
      <dgm:prSet presAssocID="{BA53B21E-C57F-4653-8BD0-6177B7ACF8A2}" presName="bgRect" presStyleLbl="bgShp" presStyleIdx="2" presStyleCnt="3"/>
      <dgm:spPr/>
    </dgm:pt>
    <dgm:pt modelId="{FBFF978A-E55C-4133-97FE-1C5BD51793B5}" type="pres">
      <dgm:prSet presAssocID="{BA53B21E-C57F-4653-8BD0-6177B7ACF8A2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A540F605-05B2-4F37-B13C-079BC8D5D921}" srcId="{E2B61D1A-376F-4707-ABBB-62682B6588D7}" destId="{8F2B78BF-F82C-46A3-B9CE-058D8563226F}" srcOrd="0" destOrd="0" parTransId="{C820FAC1-F3AE-4A56-9175-5C3214B3B4BF}" sibTransId="{4F1015C7-57BB-428E-B210-AEBA96A7C849}"/>
    <dgm:cxn modelId="{ACC63C33-606C-4925-A90D-3488428416F1}" type="presOf" srcId="{F00A2722-ECA8-467B-988B-7414DE404DA9}" destId="{8BFC09F0-FE1D-4208-A47E-38FD205F2C4D}" srcOrd="0" destOrd="0" presId="urn:microsoft.com/office/officeart/2005/8/layout/hierarchy6"/>
    <dgm:cxn modelId="{2E43545E-1BCA-4108-B245-F7D5AEEF9AF3}" type="presOf" srcId="{7681B0BD-6CC5-406C-A92C-EAC7399A3C59}" destId="{DEF59098-5AA8-41EE-B14C-ABB4322C7A20}" srcOrd="0" destOrd="0" presId="urn:microsoft.com/office/officeart/2005/8/layout/hierarchy6"/>
    <dgm:cxn modelId="{A2702B48-DF7C-4E05-9D79-DEA35D9E7C86}" type="presOf" srcId="{53F8BC63-CB9A-489C-B475-09E5AFD3AB91}" destId="{98AC893D-A74E-4A94-A73D-7737E80A0EF1}" srcOrd="0" destOrd="0" presId="urn:microsoft.com/office/officeart/2005/8/layout/hierarchy6"/>
    <dgm:cxn modelId="{87B7DE6B-79E3-44C1-9B04-3B9F927F0EC2}" srcId="{8F2B78BF-F82C-46A3-B9CE-058D8563226F}" destId="{D5EEE362-63A7-401E-8A15-439C269156EB}" srcOrd="1" destOrd="0" parTransId="{7681B0BD-6CC5-406C-A92C-EAC7399A3C59}" sibTransId="{84750CFB-FC95-4C0C-8450-F833214726AB}"/>
    <dgm:cxn modelId="{4B88246F-2265-4974-9E3E-B3EEFE020B3E}" srcId="{4C8ADD41-7EC7-44EF-BB97-B7A4F636B9DF}" destId="{A4AB3723-F0CB-471F-BCD3-70037254A14F}" srcOrd="0" destOrd="0" parTransId="{099C83AF-698D-44C9-A640-280F3E075142}" sibTransId="{6CC33040-1AA9-4F53-B5A3-A821E92DE48B}"/>
    <dgm:cxn modelId="{4CCB694F-0E8B-4C7D-BC73-E07A19BD346E}" type="presOf" srcId="{40D27A5A-8EAB-4E96-9D20-515CBEBC0DCE}" destId="{60879FA8-B472-4B52-BC2B-054FEB527DAB}" srcOrd="0" destOrd="0" presId="urn:microsoft.com/office/officeart/2005/8/layout/hierarchy6"/>
    <dgm:cxn modelId="{BFFF1574-A707-430C-A84C-32E31F14AC5C}" type="presOf" srcId="{BA53B21E-C57F-4653-8BD0-6177B7ACF8A2}" destId="{FBFF978A-E55C-4133-97FE-1C5BD51793B5}" srcOrd="1" destOrd="0" presId="urn:microsoft.com/office/officeart/2005/8/layout/hierarchy6"/>
    <dgm:cxn modelId="{10B91774-B73F-4408-9AC1-B6CA8BBF6287}" type="presOf" srcId="{A4AB3723-F0CB-471F-BCD3-70037254A14F}" destId="{9474FB13-C72C-4EF5-93B0-7EB0A0A5C540}" srcOrd="0" destOrd="0" presId="urn:microsoft.com/office/officeart/2005/8/layout/hierarchy6"/>
    <dgm:cxn modelId="{762FD87E-B8B2-4BEE-B980-A7BEC9EB00B3}" type="presOf" srcId="{F00A2722-ECA8-467B-988B-7414DE404DA9}" destId="{76F378C6-ABE3-4405-B5B4-E89C5D32F0FE}" srcOrd="1" destOrd="0" presId="urn:microsoft.com/office/officeart/2005/8/layout/hierarchy6"/>
    <dgm:cxn modelId="{2E4BB494-73C1-4E2D-A760-B273D4A9D035}" type="presOf" srcId="{099C83AF-698D-44C9-A640-280F3E075142}" destId="{C04A594D-4C1D-471E-AE83-F7A472FCAE51}" srcOrd="0" destOrd="0" presId="urn:microsoft.com/office/officeart/2005/8/layout/hierarchy6"/>
    <dgm:cxn modelId="{B689019C-02C9-412C-9E39-D463D6006122}" type="presOf" srcId="{D5EEE362-63A7-401E-8A15-439C269156EB}" destId="{AD504FA5-E5A5-4A21-83B2-A5E2F802541D}" srcOrd="0" destOrd="0" presId="urn:microsoft.com/office/officeart/2005/8/layout/hierarchy6"/>
    <dgm:cxn modelId="{8BB29FAC-B43E-421F-B365-609555EC6736}" srcId="{4C8ADD41-7EC7-44EF-BB97-B7A4F636B9DF}" destId="{53F8BC63-CB9A-489C-B475-09E5AFD3AB91}" srcOrd="1" destOrd="0" parTransId="{40D27A5A-8EAB-4E96-9D20-515CBEBC0DCE}" sibTransId="{08B78631-2F8B-4833-8A0F-CD340268CBCE}"/>
    <dgm:cxn modelId="{54B53BB4-1FCA-441D-BEA0-CE8B4A6AB2C4}" srcId="{E2B61D1A-376F-4707-ABBB-62682B6588D7}" destId="{4388B336-F68E-4AB8-83FB-FBA49A08B284}" srcOrd="2" destOrd="0" parTransId="{82205A01-BBE1-473D-8BA4-B5E49054EF88}" sibTransId="{5A84F92C-496A-4FB2-A2DD-CC7B2FE3047E}"/>
    <dgm:cxn modelId="{7FB389B5-A747-4865-B071-93F4C9F774DF}" srcId="{D5EEE362-63A7-401E-8A15-439C269156EB}" destId="{56053D1A-AF42-48A9-82E4-700298D242E7}" srcOrd="0" destOrd="0" parTransId="{8526CA8D-0192-431F-8322-88C7FCBB71D9}" sibTransId="{370AB38B-BA61-4A42-AC76-807D5EE5394B}"/>
    <dgm:cxn modelId="{564B0BC8-D3B0-4DD6-9036-CBCBBD96EAC7}" type="presOf" srcId="{56053D1A-AF42-48A9-82E4-700298D242E7}" destId="{0FEAF797-C70A-4321-A07F-CB236316BCB9}" srcOrd="0" destOrd="0" presId="urn:microsoft.com/office/officeart/2005/8/layout/hierarchy6"/>
    <dgm:cxn modelId="{1EC0AECA-ECB7-4320-94C6-9B13B9BCEEB8}" type="presOf" srcId="{73D4C3DB-5C08-4BA0-AAF6-91CD69947D00}" destId="{89A48A37-EE14-4007-A913-5DCA09609D2E}" srcOrd="0" destOrd="0" presId="urn:microsoft.com/office/officeart/2005/8/layout/hierarchy6"/>
    <dgm:cxn modelId="{3002E5CD-A1E7-4DBD-92D7-5399772014CD}" type="presOf" srcId="{BA53B21E-C57F-4653-8BD0-6177B7ACF8A2}" destId="{972A35C0-ADCD-4373-B822-9DC7E627E9F3}" srcOrd="0" destOrd="0" presId="urn:microsoft.com/office/officeart/2005/8/layout/hierarchy6"/>
    <dgm:cxn modelId="{D104DDCF-E785-4824-98A0-FFFBB67F12F6}" srcId="{E2B61D1A-376F-4707-ABBB-62682B6588D7}" destId="{BA53B21E-C57F-4653-8BD0-6177B7ACF8A2}" srcOrd="3" destOrd="0" parTransId="{CE15197B-29EC-47A2-A383-0C371427EBFC}" sibTransId="{13C21D56-6E8C-4F9A-B3FC-90968AFAC10F}"/>
    <dgm:cxn modelId="{C5CACDD7-61C1-4DFC-BA05-B406275EE85E}" type="presOf" srcId="{4388B336-F68E-4AB8-83FB-FBA49A08B284}" destId="{BE1771AB-8408-44D2-A9E8-BDDC52BF97C1}" srcOrd="0" destOrd="0" presId="urn:microsoft.com/office/officeart/2005/8/layout/hierarchy6"/>
    <dgm:cxn modelId="{29AFA6D9-7468-4527-BE03-8FA849EA3D76}" type="presOf" srcId="{8526CA8D-0192-431F-8322-88C7FCBB71D9}" destId="{D947810E-37F7-4728-B5AD-8D0E9E296BF1}" srcOrd="0" destOrd="0" presId="urn:microsoft.com/office/officeart/2005/8/layout/hierarchy6"/>
    <dgm:cxn modelId="{2C0DC6DE-0F70-404C-AD6A-606A9E3249E1}" srcId="{E2B61D1A-376F-4707-ABBB-62682B6588D7}" destId="{F00A2722-ECA8-467B-988B-7414DE404DA9}" srcOrd="1" destOrd="0" parTransId="{54911431-A5E8-4B5C-B3C5-4B778DB41AB6}" sibTransId="{D620B055-E8BE-4F1C-B939-8578EAE83757}"/>
    <dgm:cxn modelId="{738629E2-0402-43DD-8E49-A85E7C714BF1}" type="presOf" srcId="{4C8ADD41-7EC7-44EF-BB97-B7A4F636B9DF}" destId="{CD9A82CE-1F46-4F91-96BA-0F36273F5F58}" srcOrd="0" destOrd="0" presId="urn:microsoft.com/office/officeart/2005/8/layout/hierarchy6"/>
    <dgm:cxn modelId="{BD09B5E5-160D-41DC-B6A2-BCEB9AA7683C}" type="presOf" srcId="{8F2B78BF-F82C-46A3-B9CE-058D8563226F}" destId="{53613686-37C6-4180-87C5-856EA8D67EF3}" srcOrd="0" destOrd="0" presId="urn:microsoft.com/office/officeart/2005/8/layout/hierarchy6"/>
    <dgm:cxn modelId="{E2524BEF-D313-419D-A5E1-84FF2C787EF8}" type="presOf" srcId="{E2B61D1A-376F-4707-ABBB-62682B6588D7}" destId="{573CA07D-1A4B-4422-AB18-D7749BBBF8C8}" srcOrd="0" destOrd="0" presId="urn:microsoft.com/office/officeart/2005/8/layout/hierarchy6"/>
    <dgm:cxn modelId="{B32801F0-2030-421E-9B6A-4FB39745C636}" type="presOf" srcId="{4388B336-F68E-4AB8-83FB-FBA49A08B284}" destId="{A1DD5B8E-19F9-4F61-BF71-EB04650125E3}" srcOrd="1" destOrd="0" presId="urn:microsoft.com/office/officeart/2005/8/layout/hierarchy6"/>
    <dgm:cxn modelId="{908C95F1-9CCA-4769-9E8F-67148099DE8F}" srcId="{8F2B78BF-F82C-46A3-B9CE-058D8563226F}" destId="{4C8ADD41-7EC7-44EF-BB97-B7A4F636B9DF}" srcOrd="0" destOrd="0" parTransId="{73D4C3DB-5C08-4BA0-AAF6-91CD69947D00}" sibTransId="{23DF27B0-9E1E-49C8-8F05-150471F0185D}"/>
    <dgm:cxn modelId="{944092EB-B51B-48DD-980F-49B78818ED62}" type="presParOf" srcId="{573CA07D-1A4B-4422-AB18-D7749BBBF8C8}" destId="{39B82B1C-1D93-4431-9072-0A8D1411245D}" srcOrd="0" destOrd="0" presId="urn:microsoft.com/office/officeart/2005/8/layout/hierarchy6"/>
    <dgm:cxn modelId="{B5345582-0A7E-4221-B037-8B1C3A216FBC}" type="presParOf" srcId="{39B82B1C-1D93-4431-9072-0A8D1411245D}" destId="{7045C4B5-A9DF-4C78-A7E8-0D775E1C7C2A}" srcOrd="0" destOrd="0" presId="urn:microsoft.com/office/officeart/2005/8/layout/hierarchy6"/>
    <dgm:cxn modelId="{BA7C78BB-3D1B-45BA-A429-1883F0DF30DA}" type="presParOf" srcId="{39B82B1C-1D93-4431-9072-0A8D1411245D}" destId="{A923311D-9E37-41D0-A6E9-C3EA5225120D}" srcOrd="1" destOrd="0" presId="urn:microsoft.com/office/officeart/2005/8/layout/hierarchy6"/>
    <dgm:cxn modelId="{9C5E1746-7A71-40CB-A970-D4606456AD2F}" type="presParOf" srcId="{A923311D-9E37-41D0-A6E9-C3EA5225120D}" destId="{583AF821-99F4-4940-B67D-7AFA29FDAEA4}" srcOrd="0" destOrd="0" presId="urn:microsoft.com/office/officeart/2005/8/layout/hierarchy6"/>
    <dgm:cxn modelId="{AE2CED1A-0249-41A6-A711-3CBC49453D98}" type="presParOf" srcId="{583AF821-99F4-4940-B67D-7AFA29FDAEA4}" destId="{53613686-37C6-4180-87C5-856EA8D67EF3}" srcOrd="0" destOrd="0" presId="urn:microsoft.com/office/officeart/2005/8/layout/hierarchy6"/>
    <dgm:cxn modelId="{8FB103D2-F85D-40FE-90FC-705F33204552}" type="presParOf" srcId="{583AF821-99F4-4940-B67D-7AFA29FDAEA4}" destId="{24890B75-20D1-462A-A9B6-F8F1D97476B0}" srcOrd="1" destOrd="0" presId="urn:microsoft.com/office/officeart/2005/8/layout/hierarchy6"/>
    <dgm:cxn modelId="{7300B45D-6E84-473B-9348-01EADA46CD14}" type="presParOf" srcId="{24890B75-20D1-462A-A9B6-F8F1D97476B0}" destId="{89A48A37-EE14-4007-A913-5DCA09609D2E}" srcOrd="0" destOrd="0" presId="urn:microsoft.com/office/officeart/2005/8/layout/hierarchy6"/>
    <dgm:cxn modelId="{EA190865-6DF6-4395-93FF-87F36FFA2EE0}" type="presParOf" srcId="{24890B75-20D1-462A-A9B6-F8F1D97476B0}" destId="{1E101E6C-6FFE-498C-8FC5-8FFADA6C3AFA}" srcOrd="1" destOrd="0" presId="urn:microsoft.com/office/officeart/2005/8/layout/hierarchy6"/>
    <dgm:cxn modelId="{4370DB03-4BB6-477D-87BB-7AB47EE1DD72}" type="presParOf" srcId="{1E101E6C-6FFE-498C-8FC5-8FFADA6C3AFA}" destId="{CD9A82CE-1F46-4F91-96BA-0F36273F5F58}" srcOrd="0" destOrd="0" presId="urn:microsoft.com/office/officeart/2005/8/layout/hierarchy6"/>
    <dgm:cxn modelId="{B6276580-4456-4C59-B722-4203B2DAF618}" type="presParOf" srcId="{1E101E6C-6FFE-498C-8FC5-8FFADA6C3AFA}" destId="{D5232B83-F7AE-4AB9-9BB2-1ADBDA3EF148}" srcOrd="1" destOrd="0" presId="urn:microsoft.com/office/officeart/2005/8/layout/hierarchy6"/>
    <dgm:cxn modelId="{1EE8C553-4E79-4319-95B2-10D49E41CD50}" type="presParOf" srcId="{D5232B83-F7AE-4AB9-9BB2-1ADBDA3EF148}" destId="{C04A594D-4C1D-471E-AE83-F7A472FCAE51}" srcOrd="0" destOrd="0" presId="urn:microsoft.com/office/officeart/2005/8/layout/hierarchy6"/>
    <dgm:cxn modelId="{B96B1E80-8C80-4B99-8D68-ADD95A9DFADB}" type="presParOf" srcId="{D5232B83-F7AE-4AB9-9BB2-1ADBDA3EF148}" destId="{FD3AD5D5-2A4C-4C45-9052-58E558AFD386}" srcOrd="1" destOrd="0" presId="urn:microsoft.com/office/officeart/2005/8/layout/hierarchy6"/>
    <dgm:cxn modelId="{2FFB1A62-0811-42BF-B1C5-FB2BFE3026C3}" type="presParOf" srcId="{FD3AD5D5-2A4C-4C45-9052-58E558AFD386}" destId="{9474FB13-C72C-4EF5-93B0-7EB0A0A5C540}" srcOrd="0" destOrd="0" presId="urn:microsoft.com/office/officeart/2005/8/layout/hierarchy6"/>
    <dgm:cxn modelId="{00AED489-F794-4BDE-8675-6E94E5710CAC}" type="presParOf" srcId="{FD3AD5D5-2A4C-4C45-9052-58E558AFD386}" destId="{CB058AA4-432B-4002-8008-75BF8CBC879D}" srcOrd="1" destOrd="0" presId="urn:microsoft.com/office/officeart/2005/8/layout/hierarchy6"/>
    <dgm:cxn modelId="{3FB04A52-7C3C-43BF-852D-3AA16E333D33}" type="presParOf" srcId="{D5232B83-F7AE-4AB9-9BB2-1ADBDA3EF148}" destId="{60879FA8-B472-4B52-BC2B-054FEB527DAB}" srcOrd="2" destOrd="0" presId="urn:microsoft.com/office/officeart/2005/8/layout/hierarchy6"/>
    <dgm:cxn modelId="{CA102906-C90E-4DC3-BDC8-AD5F94CFE6D2}" type="presParOf" srcId="{D5232B83-F7AE-4AB9-9BB2-1ADBDA3EF148}" destId="{9FD21EEB-33F8-44E5-82E0-1E4D4E6D84D6}" srcOrd="3" destOrd="0" presId="urn:microsoft.com/office/officeart/2005/8/layout/hierarchy6"/>
    <dgm:cxn modelId="{D86FE372-B21D-4633-A5D5-EDB102A51D73}" type="presParOf" srcId="{9FD21EEB-33F8-44E5-82E0-1E4D4E6D84D6}" destId="{98AC893D-A74E-4A94-A73D-7737E80A0EF1}" srcOrd="0" destOrd="0" presId="urn:microsoft.com/office/officeart/2005/8/layout/hierarchy6"/>
    <dgm:cxn modelId="{13AFBE28-EA52-4C61-9A98-9C2FB742F0E4}" type="presParOf" srcId="{9FD21EEB-33F8-44E5-82E0-1E4D4E6D84D6}" destId="{844B6860-2A39-4BAC-9050-D3219B9D5CF4}" srcOrd="1" destOrd="0" presId="urn:microsoft.com/office/officeart/2005/8/layout/hierarchy6"/>
    <dgm:cxn modelId="{841EB306-D2DF-416E-A5C7-38447C1B67F3}" type="presParOf" srcId="{24890B75-20D1-462A-A9B6-F8F1D97476B0}" destId="{DEF59098-5AA8-41EE-B14C-ABB4322C7A20}" srcOrd="2" destOrd="0" presId="urn:microsoft.com/office/officeart/2005/8/layout/hierarchy6"/>
    <dgm:cxn modelId="{4DC16EC0-ECAF-4805-9D1D-2B92AC0003F3}" type="presParOf" srcId="{24890B75-20D1-462A-A9B6-F8F1D97476B0}" destId="{EAEE5D07-674D-4E64-BDE2-53E644F76653}" srcOrd="3" destOrd="0" presId="urn:microsoft.com/office/officeart/2005/8/layout/hierarchy6"/>
    <dgm:cxn modelId="{8CA24042-BE50-4DA5-B66E-7E7A014B6579}" type="presParOf" srcId="{EAEE5D07-674D-4E64-BDE2-53E644F76653}" destId="{AD504FA5-E5A5-4A21-83B2-A5E2F802541D}" srcOrd="0" destOrd="0" presId="urn:microsoft.com/office/officeart/2005/8/layout/hierarchy6"/>
    <dgm:cxn modelId="{5A803AA4-DA59-4316-A93E-0FC827AC4748}" type="presParOf" srcId="{EAEE5D07-674D-4E64-BDE2-53E644F76653}" destId="{97133E88-ACF7-4080-A703-8A0938047719}" srcOrd="1" destOrd="0" presId="urn:microsoft.com/office/officeart/2005/8/layout/hierarchy6"/>
    <dgm:cxn modelId="{70FE7748-1434-4A34-82D4-20C8CAA3C40A}" type="presParOf" srcId="{97133E88-ACF7-4080-A703-8A0938047719}" destId="{D947810E-37F7-4728-B5AD-8D0E9E296BF1}" srcOrd="0" destOrd="0" presId="urn:microsoft.com/office/officeart/2005/8/layout/hierarchy6"/>
    <dgm:cxn modelId="{F3199BAC-6B03-437D-A428-3BE61EEF1853}" type="presParOf" srcId="{97133E88-ACF7-4080-A703-8A0938047719}" destId="{80DE3A61-B84A-4781-961D-238CB0CD0003}" srcOrd="1" destOrd="0" presId="urn:microsoft.com/office/officeart/2005/8/layout/hierarchy6"/>
    <dgm:cxn modelId="{FC583F88-97FA-4AD6-B362-B497107818B1}" type="presParOf" srcId="{80DE3A61-B84A-4781-961D-238CB0CD0003}" destId="{0FEAF797-C70A-4321-A07F-CB236316BCB9}" srcOrd="0" destOrd="0" presId="urn:microsoft.com/office/officeart/2005/8/layout/hierarchy6"/>
    <dgm:cxn modelId="{DF7D4ED4-2A68-4225-B1E6-0DC69F2AF959}" type="presParOf" srcId="{80DE3A61-B84A-4781-961D-238CB0CD0003}" destId="{3428C3C2-3646-4729-A1BE-46528FE68904}" srcOrd="1" destOrd="0" presId="urn:microsoft.com/office/officeart/2005/8/layout/hierarchy6"/>
    <dgm:cxn modelId="{A8B2D223-98A1-46D1-A8B2-CBFCAADCC66A}" type="presParOf" srcId="{573CA07D-1A4B-4422-AB18-D7749BBBF8C8}" destId="{BA769485-1C20-4FA9-B082-DB70CCFD0A72}" srcOrd="1" destOrd="0" presId="urn:microsoft.com/office/officeart/2005/8/layout/hierarchy6"/>
    <dgm:cxn modelId="{0530D668-8F3A-43D6-9B6F-6EA558EB2631}" type="presParOf" srcId="{BA769485-1C20-4FA9-B082-DB70CCFD0A72}" destId="{F123B157-051B-4AA4-8CE2-A1C7EFFC94A8}" srcOrd="0" destOrd="0" presId="urn:microsoft.com/office/officeart/2005/8/layout/hierarchy6"/>
    <dgm:cxn modelId="{193C02FC-8388-4E90-B3A7-A932EE5C4E7D}" type="presParOf" srcId="{F123B157-051B-4AA4-8CE2-A1C7EFFC94A8}" destId="{8BFC09F0-FE1D-4208-A47E-38FD205F2C4D}" srcOrd="0" destOrd="0" presId="urn:microsoft.com/office/officeart/2005/8/layout/hierarchy6"/>
    <dgm:cxn modelId="{7E58868A-C162-4F42-9430-CC980D83D90B}" type="presParOf" srcId="{F123B157-051B-4AA4-8CE2-A1C7EFFC94A8}" destId="{76F378C6-ABE3-4405-B5B4-E89C5D32F0FE}" srcOrd="1" destOrd="0" presId="urn:microsoft.com/office/officeart/2005/8/layout/hierarchy6"/>
    <dgm:cxn modelId="{6254B3B5-A679-4EB8-AEEA-06F280F1EF6E}" type="presParOf" srcId="{BA769485-1C20-4FA9-B082-DB70CCFD0A72}" destId="{D5D3A9BE-128D-482B-9347-B144B8C82173}" srcOrd="1" destOrd="0" presId="urn:microsoft.com/office/officeart/2005/8/layout/hierarchy6"/>
    <dgm:cxn modelId="{3DC2D769-FBBD-499A-A455-E7EFD6B1248E}" type="presParOf" srcId="{D5D3A9BE-128D-482B-9347-B144B8C82173}" destId="{C1179A3A-24A7-4650-9D55-7231F4926572}" srcOrd="0" destOrd="0" presId="urn:microsoft.com/office/officeart/2005/8/layout/hierarchy6"/>
    <dgm:cxn modelId="{6CC21B68-4590-436C-8A72-AB4DDB079EC0}" type="presParOf" srcId="{BA769485-1C20-4FA9-B082-DB70CCFD0A72}" destId="{AFD2EFA1-3274-4675-8DA9-E15FC8672AC3}" srcOrd="2" destOrd="0" presId="urn:microsoft.com/office/officeart/2005/8/layout/hierarchy6"/>
    <dgm:cxn modelId="{F1213980-6ADE-46F0-99CC-DC56A4FA7F16}" type="presParOf" srcId="{AFD2EFA1-3274-4675-8DA9-E15FC8672AC3}" destId="{BE1771AB-8408-44D2-A9E8-BDDC52BF97C1}" srcOrd="0" destOrd="0" presId="urn:microsoft.com/office/officeart/2005/8/layout/hierarchy6"/>
    <dgm:cxn modelId="{8F8CB2A1-B35E-47D5-ACCD-73CD8D2319BF}" type="presParOf" srcId="{AFD2EFA1-3274-4675-8DA9-E15FC8672AC3}" destId="{A1DD5B8E-19F9-4F61-BF71-EB04650125E3}" srcOrd="1" destOrd="0" presId="urn:microsoft.com/office/officeart/2005/8/layout/hierarchy6"/>
    <dgm:cxn modelId="{8BE99636-1945-4085-BFE8-2D09342ED027}" type="presParOf" srcId="{BA769485-1C20-4FA9-B082-DB70CCFD0A72}" destId="{E17D98DB-7005-45EA-9837-C32D07CD23BD}" srcOrd="3" destOrd="0" presId="urn:microsoft.com/office/officeart/2005/8/layout/hierarchy6"/>
    <dgm:cxn modelId="{43BED361-B894-4473-ACBE-A690EA2E33C8}" type="presParOf" srcId="{E17D98DB-7005-45EA-9837-C32D07CD23BD}" destId="{656F68BB-41A4-46D5-B1DA-391CA37D9C89}" srcOrd="0" destOrd="0" presId="urn:microsoft.com/office/officeart/2005/8/layout/hierarchy6"/>
    <dgm:cxn modelId="{918CF70C-AED4-41DE-945D-D00080ECB62B}" type="presParOf" srcId="{BA769485-1C20-4FA9-B082-DB70CCFD0A72}" destId="{52EAF623-F028-4748-BCCF-F1796705C63E}" srcOrd="4" destOrd="0" presId="urn:microsoft.com/office/officeart/2005/8/layout/hierarchy6"/>
    <dgm:cxn modelId="{AAFFC8BE-4A4A-46F9-986D-D3F79E829D37}" type="presParOf" srcId="{52EAF623-F028-4748-BCCF-F1796705C63E}" destId="{972A35C0-ADCD-4373-B822-9DC7E627E9F3}" srcOrd="0" destOrd="0" presId="urn:microsoft.com/office/officeart/2005/8/layout/hierarchy6"/>
    <dgm:cxn modelId="{71CA8995-A02F-4578-A956-01645141AEEA}" type="presParOf" srcId="{52EAF623-F028-4748-BCCF-F1796705C63E}" destId="{FBFF978A-E55C-4133-97FE-1C5BD51793B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A35C0-ADCD-4373-B822-9DC7E627E9F3}">
      <dsp:nvSpPr>
        <dsp:cNvPr id="0" name=""/>
        <dsp:cNvSpPr/>
      </dsp:nvSpPr>
      <dsp:spPr>
        <a:xfrm>
          <a:off x="0" y="3857963"/>
          <a:ext cx="6948106" cy="1049001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Production</a:t>
          </a:r>
        </a:p>
      </dsp:txBody>
      <dsp:txXfrm>
        <a:off x="0" y="3857963"/>
        <a:ext cx="2084431" cy="1049001"/>
      </dsp:txXfrm>
    </dsp:sp>
    <dsp:sp modelId="{BE1771AB-8408-44D2-A9E8-BDDC52BF97C1}">
      <dsp:nvSpPr>
        <dsp:cNvPr id="0" name=""/>
        <dsp:cNvSpPr/>
      </dsp:nvSpPr>
      <dsp:spPr>
        <a:xfrm>
          <a:off x="0" y="2634128"/>
          <a:ext cx="6948106" cy="1049001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Support</a:t>
          </a:r>
        </a:p>
      </dsp:txBody>
      <dsp:txXfrm>
        <a:off x="0" y="2634128"/>
        <a:ext cx="2084431" cy="1049001"/>
      </dsp:txXfrm>
    </dsp:sp>
    <dsp:sp modelId="{8BFC09F0-FE1D-4208-A47E-38FD205F2C4D}">
      <dsp:nvSpPr>
        <dsp:cNvPr id="0" name=""/>
        <dsp:cNvSpPr/>
      </dsp:nvSpPr>
      <dsp:spPr>
        <a:xfrm>
          <a:off x="0" y="1410294"/>
          <a:ext cx="6948106" cy="1049001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Interaction</a:t>
          </a:r>
        </a:p>
      </dsp:txBody>
      <dsp:txXfrm>
        <a:off x="0" y="1410294"/>
        <a:ext cx="2084431" cy="1049001"/>
      </dsp:txXfrm>
    </dsp:sp>
    <dsp:sp modelId="{53613686-37C6-4180-87C5-856EA8D67EF3}">
      <dsp:nvSpPr>
        <dsp:cNvPr id="0" name=""/>
        <dsp:cNvSpPr/>
      </dsp:nvSpPr>
      <dsp:spPr>
        <a:xfrm>
          <a:off x="4217318" y="1497710"/>
          <a:ext cx="1311251" cy="8741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Interface Nodule</a:t>
          </a:r>
        </a:p>
      </dsp:txBody>
      <dsp:txXfrm>
        <a:off x="4242921" y="1523313"/>
        <a:ext cx="1260045" cy="822961"/>
      </dsp:txXfrm>
    </dsp:sp>
    <dsp:sp modelId="{89A48A37-EE14-4007-A913-5DCA09609D2E}">
      <dsp:nvSpPr>
        <dsp:cNvPr id="0" name=""/>
        <dsp:cNvSpPr/>
      </dsp:nvSpPr>
      <dsp:spPr>
        <a:xfrm>
          <a:off x="3594474" y="2371878"/>
          <a:ext cx="1278470" cy="349667"/>
        </a:xfrm>
        <a:custGeom>
          <a:avLst/>
          <a:gdLst/>
          <a:ahLst/>
          <a:cxnLst/>
          <a:rect l="0" t="0" r="0" b="0"/>
          <a:pathLst>
            <a:path>
              <a:moveTo>
                <a:pt x="1278470" y="0"/>
              </a:moveTo>
              <a:lnTo>
                <a:pt x="1278470" y="174833"/>
              </a:lnTo>
              <a:lnTo>
                <a:pt x="0" y="174833"/>
              </a:lnTo>
              <a:lnTo>
                <a:pt x="0" y="349667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9A82CE-1F46-4F91-96BA-0F36273F5F58}">
      <dsp:nvSpPr>
        <dsp:cNvPr id="0" name=""/>
        <dsp:cNvSpPr/>
      </dsp:nvSpPr>
      <dsp:spPr>
        <a:xfrm>
          <a:off x="2938848" y="2721545"/>
          <a:ext cx="1311251" cy="8741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Support Nodules</a:t>
          </a:r>
        </a:p>
      </dsp:txBody>
      <dsp:txXfrm>
        <a:off x="2964451" y="2747148"/>
        <a:ext cx="1260045" cy="822961"/>
      </dsp:txXfrm>
    </dsp:sp>
    <dsp:sp modelId="{C04A594D-4C1D-471E-AE83-F7A472FCAE51}">
      <dsp:nvSpPr>
        <dsp:cNvPr id="0" name=""/>
        <dsp:cNvSpPr/>
      </dsp:nvSpPr>
      <dsp:spPr>
        <a:xfrm>
          <a:off x="2742160" y="3595713"/>
          <a:ext cx="852313" cy="349667"/>
        </a:xfrm>
        <a:custGeom>
          <a:avLst/>
          <a:gdLst/>
          <a:ahLst/>
          <a:cxnLst/>
          <a:rect l="0" t="0" r="0" b="0"/>
          <a:pathLst>
            <a:path>
              <a:moveTo>
                <a:pt x="852313" y="0"/>
              </a:moveTo>
              <a:lnTo>
                <a:pt x="852313" y="174833"/>
              </a:lnTo>
              <a:lnTo>
                <a:pt x="0" y="174833"/>
              </a:lnTo>
              <a:lnTo>
                <a:pt x="0" y="349667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74FB13-C72C-4EF5-93B0-7EB0A0A5C540}">
      <dsp:nvSpPr>
        <dsp:cNvPr id="0" name=""/>
        <dsp:cNvSpPr/>
      </dsp:nvSpPr>
      <dsp:spPr>
        <a:xfrm>
          <a:off x="2086535" y="3945380"/>
          <a:ext cx="1311251" cy="8741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Core Nodule</a:t>
          </a:r>
        </a:p>
      </dsp:txBody>
      <dsp:txXfrm>
        <a:off x="2112138" y="3970983"/>
        <a:ext cx="1260045" cy="822961"/>
      </dsp:txXfrm>
    </dsp:sp>
    <dsp:sp modelId="{60879FA8-B472-4B52-BC2B-054FEB527DAB}">
      <dsp:nvSpPr>
        <dsp:cNvPr id="0" name=""/>
        <dsp:cNvSpPr/>
      </dsp:nvSpPr>
      <dsp:spPr>
        <a:xfrm>
          <a:off x="3594474" y="3595713"/>
          <a:ext cx="852313" cy="3496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833"/>
              </a:lnTo>
              <a:lnTo>
                <a:pt x="852313" y="174833"/>
              </a:lnTo>
              <a:lnTo>
                <a:pt x="852313" y="349667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AC893D-A74E-4A94-A73D-7737E80A0EF1}">
      <dsp:nvSpPr>
        <dsp:cNvPr id="0" name=""/>
        <dsp:cNvSpPr/>
      </dsp:nvSpPr>
      <dsp:spPr>
        <a:xfrm>
          <a:off x="3791162" y="3945380"/>
          <a:ext cx="1311251" cy="8741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Core Nodule</a:t>
          </a:r>
        </a:p>
      </dsp:txBody>
      <dsp:txXfrm>
        <a:off x="3816765" y="3970983"/>
        <a:ext cx="1260045" cy="822961"/>
      </dsp:txXfrm>
    </dsp:sp>
    <dsp:sp modelId="{DEF59098-5AA8-41EE-B14C-ABB4322C7A20}">
      <dsp:nvSpPr>
        <dsp:cNvPr id="0" name=""/>
        <dsp:cNvSpPr/>
      </dsp:nvSpPr>
      <dsp:spPr>
        <a:xfrm>
          <a:off x="4872944" y="2371878"/>
          <a:ext cx="1278470" cy="3496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833"/>
              </a:lnTo>
              <a:lnTo>
                <a:pt x="1278470" y="174833"/>
              </a:lnTo>
              <a:lnTo>
                <a:pt x="1278470" y="349667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504FA5-E5A5-4A21-83B2-A5E2F802541D}">
      <dsp:nvSpPr>
        <dsp:cNvPr id="0" name=""/>
        <dsp:cNvSpPr/>
      </dsp:nvSpPr>
      <dsp:spPr>
        <a:xfrm>
          <a:off x="5495788" y="2721545"/>
          <a:ext cx="1311251" cy="8741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Feedback Nodule</a:t>
          </a:r>
        </a:p>
      </dsp:txBody>
      <dsp:txXfrm>
        <a:off x="5521391" y="2747148"/>
        <a:ext cx="1260045" cy="822961"/>
      </dsp:txXfrm>
    </dsp:sp>
    <dsp:sp modelId="{D947810E-37F7-4728-B5AD-8D0E9E296BF1}">
      <dsp:nvSpPr>
        <dsp:cNvPr id="0" name=""/>
        <dsp:cNvSpPr/>
      </dsp:nvSpPr>
      <dsp:spPr>
        <a:xfrm>
          <a:off x="6105694" y="3595713"/>
          <a:ext cx="91440" cy="3496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9667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EAF797-C70A-4321-A07F-CB236316BCB9}">
      <dsp:nvSpPr>
        <dsp:cNvPr id="0" name=""/>
        <dsp:cNvSpPr/>
      </dsp:nvSpPr>
      <dsp:spPr>
        <a:xfrm>
          <a:off x="5495788" y="3945380"/>
          <a:ext cx="1311251" cy="8741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Core Nodule</a:t>
          </a:r>
        </a:p>
      </dsp:txBody>
      <dsp:txXfrm>
        <a:off x="5521391" y="3970983"/>
        <a:ext cx="1260045" cy="8229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90A2-E7A1-5242-DA06-B20E62F5F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583E1-BA51-900B-CC12-E5480A81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E191A-9188-2AF5-D20E-B191C64AD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13006-4D9D-4AE1-85A7-AA765E5B05D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5B251-7DC5-0FE2-1CAC-7062629E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87F74-A98D-F7FD-81D3-7018629A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8226-414E-4911-A26B-D025515CA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13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327E6-A97D-8DF4-2DE5-A15828C0F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8D86E-E592-049E-00C9-A1D16F400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1455C-817E-95FF-76A5-CB15429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13006-4D9D-4AE1-85A7-AA765E5B05D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0AAAC-41F5-9E16-01D9-C72C6BF2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24DBD-5440-DDDC-437E-D92B22EA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8226-414E-4911-A26B-D025515CA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1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047A7-01EF-130F-A0E1-2CFD977DB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C5271-7EE2-39BC-ED79-84CE3FD96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3B167-1C8E-CEC8-F1B2-CEB772DBD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13006-4D9D-4AE1-85A7-AA765E5B05D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14C01-D5B6-B764-D989-DE692300A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B2B7E-C507-C28D-50E1-375D65BC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8226-414E-4911-A26B-D025515CA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76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4BF3E-E6BB-21C8-9B4B-4B797222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B0AD9-E801-8870-10B9-FD39328E6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A5A8D-28AA-5AA8-5CD1-127BFD0D6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21EB5-4EFE-7059-9904-F1389760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13006-4D9D-4AE1-85A7-AA765E5B05D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E1558-2BFB-A2F5-A240-FC29BFE46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91A89-E0F6-6449-1692-62D708DF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8226-414E-4911-A26B-D025515CA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27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A4AD-5B72-4023-9075-8F9A5FEC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74DEC-D799-10A0-0858-863C5C8D0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46286-0DD5-1E44-6EB7-E1CAC5DCA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472B8-F8DE-F912-EFA2-C44264BE8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825FE1-29B6-831E-85CB-615873B3E7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F09AE8-6AA4-4D86-9EC5-2EDB3EC3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13006-4D9D-4AE1-85A7-AA765E5B05D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8AB38B-D933-2CFA-60D9-B645A699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BD2A0C-431E-D697-CC47-D6593BEE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8226-414E-4911-A26B-D025515CA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0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A7B31-6741-6D3D-4181-66D034FF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063A5-0946-003C-D7E6-30C3EFD8F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13006-4D9D-4AE1-85A7-AA765E5B05D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93A68C-04C8-EA7A-EEDD-3ED145A27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3425B-BC30-8D6E-85A4-DC600FA2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8226-414E-4911-A26B-D025515CA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2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1B939-C632-EA4A-A689-F8768ABF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13006-4D9D-4AE1-85A7-AA765E5B05D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CEBA57-B564-E652-DF3C-1CBD1DB4F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F6363-C4D7-E93C-317B-3CB706F6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8226-414E-4911-A26B-D025515CA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8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BEC01-2C36-FFE5-7EE6-144B4BE9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C91B9-852D-EBFF-03AB-8B2284A6A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0C884-FB5E-8ACF-FC2F-7C6AD58F9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1D790-82A5-4470-7BB3-B0893E16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13006-4D9D-4AE1-85A7-AA765E5B05D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A9043-45AD-C8F4-4FC0-D2ED7B58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D10A9-9BD1-6669-6500-94C1C4713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8226-414E-4911-A26B-D025515CA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961D-829F-B016-B7C6-0C09BC4D8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B3B0E7-DD83-D988-A149-1379EA420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3A0B9-8D51-46E7-65FB-60657A916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7F8D1-FD43-D598-40AF-D7F03D3E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13006-4D9D-4AE1-85A7-AA765E5B05D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3D71D-9470-D56D-971F-B7C7A2EBE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C6EED-938C-0C9C-0C29-F2906B75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8226-414E-4911-A26B-D025515CA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6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C677-3A9D-CC0E-8706-DDF5F7196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BFCE4-193D-7FEC-1403-CAF6B58D3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0B6FE-6CA6-4B66-58F7-5DCB21B7A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13006-4D9D-4AE1-85A7-AA765E5B05D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6A356-876F-DE6D-FE2C-F2C7C7C0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B22F0-DA92-9646-677F-58EE4155A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8226-414E-4911-A26B-D025515CA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6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D5A4E-9B3D-961B-C531-9CA241B91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B19CD-E504-CDA2-A3A2-647CA48C2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68142-319B-E6B7-5BC5-FAE2C8E5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13006-4D9D-4AE1-85A7-AA765E5B05D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347D7-82A1-7C99-CDDC-1C309B0D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C16AA-0141-E7BE-4086-5CDC6358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8226-414E-4911-A26B-D025515CA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2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1F920B-1390-9E59-6802-3DB09FDBE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FD275-B8AF-F906-C2C4-D2C7D57B9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89801-BA35-DFF9-1AE0-31A24EA70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13006-4D9D-4AE1-85A7-AA765E5B05D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3FB81-2B35-E7FE-A07B-E27C41500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BE97D-0EF4-8255-F66F-9E762362D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D8226-414E-4911-A26B-D025515CA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5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D8C804B-0932-CA0E-27EB-A4C57379D251}"/>
              </a:ext>
            </a:extLst>
          </p:cNvPr>
          <p:cNvSpPr/>
          <p:nvPr/>
        </p:nvSpPr>
        <p:spPr>
          <a:xfrm>
            <a:off x="10806006" y="5484312"/>
            <a:ext cx="863569" cy="863569"/>
          </a:xfrm>
          <a:custGeom>
            <a:avLst/>
            <a:gdLst>
              <a:gd name="connsiteX0" fmla="*/ 0 w 863569"/>
              <a:gd name="connsiteY0" fmla="*/ 0 h 863569"/>
              <a:gd name="connsiteX1" fmla="*/ 863570 w 863569"/>
              <a:gd name="connsiteY1" fmla="*/ 0 h 863569"/>
              <a:gd name="connsiteX2" fmla="*/ 863570 w 863569"/>
              <a:gd name="connsiteY2" fmla="*/ 863570 h 863569"/>
              <a:gd name="connsiteX3" fmla="*/ 0 w 863569"/>
              <a:gd name="connsiteY3" fmla="*/ 863570 h 863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569" h="863569">
                <a:moveTo>
                  <a:pt x="0" y="0"/>
                </a:moveTo>
                <a:lnTo>
                  <a:pt x="863570" y="0"/>
                </a:lnTo>
                <a:lnTo>
                  <a:pt x="863570" y="863570"/>
                </a:lnTo>
                <a:lnTo>
                  <a:pt x="0" y="86357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5A3206BC-BE6C-1BD7-2650-4BBB0C1A460C}"/>
              </a:ext>
            </a:extLst>
          </p:cNvPr>
          <p:cNvSpPr/>
          <p:nvPr/>
        </p:nvSpPr>
        <p:spPr>
          <a:xfrm>
            <a:off x="10341006" y="5019312"/>
            <a:ext cx="1793568" cy="1793568"/>
          </a:xfrm>
          <a:custGeom>
            <a:avLst/>
            <a:gdLst>
              <a:gd name="connsiteX0" fmla="*/ 1660712 w 1793568"/>
              <a:gd name="connsiteY0" fmla="*/ 0 h 1793568"/>
              <a:gd name="connsiteX1" fmla="*/ 132857 w 1793568"/>
              <a:gd name="connsiteY1" fmla="*/ 0 h 1793568"/>
              <a:gd name="connsiteX2" fmla="*/ 0 w 1793568"/>
              <a:gd name="connsiteY2" fmla="*/ 132857 h 1793568"/>
              <a:gd name="connsiteX3" fmla="*/ 0 w 1793568"/>
              <a:gd name="connsiteY3" fmla="*/ 1660712 h 1793568"/>
              <a:gd name="connsiteX4" fmla="*/ 132857 w 1793568"/>
              <a:gd name="connsiteY4" fmla="*/ 1793568 h 1793568"/>
              <a:gd name="connsiteX5" fmla="*/ 1660712 w 1793568"/>
              <a:gd name="connsiteY5" fmla="*/ 1793568 h 1793568"/>
              <a:gd name="connsiteX6" fmla="*/ 1793568 w 1793568"/>
              <a:gd name="connsiteY6" fmla="*/ 1660712 h 1793568"/>
              <a:gd name="connsiteX7" fmla="*/ 1793568 w 1793568"/>
              <a:gd name="connsiteY7" fmla="*/ 132857 h 1793568"/>
              <a:gd name="connsiteX8" fmla="*/ 1660712 w 1793568"/>
              <a:gd name="connsiteY8" fmla="*/ 0 h 1793568"/>
              <a:gd name="connsiteX9" fmla="*/ 1461426 w 1793568"/>
              <a:gd name="connsiteY9" fmla="*/ 1461426 h 1793568"/>
              <a:gd name="connsiteX10" fmla="*/ 332142 w 1793568"/>
              <a:gd name="connsiteY10" fmla="*/ 1461426 h 1793568"/>
              <a:gd name="connsiteX11" fmla="*/ 332142 w 1793568"/>
              <a:gd name="connsiteY11" fmla="*/ 332142 h 1793568"/>
              <a:gd name="connsiteX12" fmla="*/ 1461426 w 1793568"/>
              <a:gd name="connsiteY12" fmla="*/ 332142 h 179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93568" h="1793568">
                <a:moveTo>
                  <a:pt x="1660712" y="0"/>
                </a:moveTo>
                <a:lnTo>
                  <a:pt x="132857" y="0"/>
                </a:lnTo>
                <a:cubicBezTo>
                  <a:pt x="59483" y="0"/>
                  <a:pt x="0" y="59483"/>
                  <a:pt x="0" y="132857"/>
                </a:cubicBezTo>
                <a:lnTo>
                  <a:pt x="0" y="1660712"/>
                </a:lnTo>
                <a:cubicBezTo>
                  <a:pt x="0" y="1734085"/>
                  <a:pt x="59483" y="1793568"/>
                  <a:pt x="132857" y="1793568"/>
                </a:cubicBezTo>
                <a:lnTo>
                  <a:pt x="1660712" y="1793568"/>
                </a:lnTo>
                <a:cubicBezTo>
                  <a:pt x="1734085" y="1793568"/>
                  <a:pt x="1793568" y="1734085"/>
                  <a:pt x="1793568" y="1660712"/>
                </a:cubicBezTo>
                <a:lnTo>
                  <a:pt x="1793568" y="132857"/>
                </a:lnTo>
                <a:cubicBezTo>
                  <a:pt x="1793568" y="59483"/>
                  <a:pt x="1734085" y="0"/>
                  <a:pt x="1660712" y="0"/>
                </a:cubicBezTo>
                <a:close/>
                <a:moveTo>
                  <a:pt x="1461426" y="1461426"/>
                </a:moveTo>
                <a:lnTo>
                  <a:pt x="332142" y="1461426"/>
                </a:lnTo>
                <a:lnTo>
                  <a:pt x="332142" y="332142"/>
                </a:lnTo>
                <a:lnTo>
                  <a:pt x="1461426" y="33214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3D416-CFE6-B0C6-D0AA-0295612CF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304" y="0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66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New Way to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24B08-6FD7-FBCA-616C-21D2C7223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304" y="2387600"/>
            <a:ext cx="9144000" cy="482415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Resonant Organization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1F06625-DB47-E8C1-8D22-D7C757B471E9}"/>
              </a:ext>
            </a:extLst>
          </p:cNvPr>
          <p:cNvSpPr txBox="1">
            <a:spLocks/>
          </p:cNvSpPr>
          <p:nvPr/>
        </p:nvSpPr>
        <p:spPr>
          <a:xfrm>
            <a:off x="11166358" y="6674452"/>
            <a:ext cx="5597641" cy="18354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By Keaton Smith</a:t>
            </a:r>
            <a:endParaRPr lang="en-US" dirty="0">
              <a:solidFill>
                <a:schemeClr val="bg1">
                  <a:lumMod val="8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45514E8-9022-38CC-6093-C41589733CE5}"/>
              </a:ext>
            </a:extLst>
          </p:cNvPr>
          <p:cNvSpPr txBox="1">
            <a:spLocks/>
          </p:cNvSpPr>
          <p:nvPr/>
        </p:nvSpPr>
        <p:spPr>
          <a:xfrm>
            <a:off x="547304" y="2870015"/>
            <a:ext cx="9144000" cy="482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New Framework for Scaling High Performance Teams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30A1322-0246-23FF-E30D-3AC9D5AB8DA0}"/>
              </a:ext>
            </a:extLst>
          </p:cNvPr>
          <p:cNvSpPr/>
          <p:nvPr/>
        </p:nvSpPr>
        <p:spPr>
          <a:xfrm>
            <a:off x="11304219" y="105031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1F0C364-FA71-72B7-64B7-03E51249BE24}"/>
              </a:ext>
            </a:extLst>
          </p:cNvPr>
          <p:cNvSpPr/>
          <p:nvPr/>
        </p:nvSpPr>
        <p:spPr>
          <a:xfrm>
            <a:off x="11835647" y="105031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B9C7B89-F482-190C-4845-E42738AC6AE6}"/>
              </a:ext>
            </a:extLst>
          </p:cNvPr>
          <p:cNvSpPr/>
          <p:nvPr/>
        </p:nvSpPr>
        <p:spPr>
          <a:xfrm>
            <a:off x="11569933" y="105031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CEBD331-18D5-6912-6AF0-DDEC88558F41}"/>
              </a:ext>
            </a:extLst>
          </p:cNvPr>
          <p:cNvSpPr/>
          <p:nvPr/>
        </p:nvSpPr>
        <p:spPr>
          <a:xfrm>
            <a:off x="11038505" y="105031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87B0EFC-D9C3-AA93-1D50-E758FFE1590E}"/>
              </a:ext>
            </a:extLst>
          </p:cNvPr>
          <p:cNvSpPr/>
          <p:nvPr/>
        </p:nvSpPr>
        <p:spPr>
          <a:xfrm>
            <a:off x="10507077" y="105031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52C5147-1A44-CDC3-CB83-2C5040128D78}"/>
              </a:ext>
            </a:extLst>
          </p:cNvPr>
          <p:cNvSpPr/>
          <p:nvPr/>
        </p:nvSpPr>
        <p:spPr>
          <a:xfrm>
            <a:off x="10772791" y="105031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F948038-EAF6-6D23-FCA2-4910804E1FC5}"/>
              </a:ext>
            </a:extLst>
          </p:cNvPr>
          <p:cNvSpPr/>
          <p:nvPr/>
        </p:nvSpPr>
        <p:spPr>
          <a:xfrm>
            <a:off x="10772791" y="2396813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948BF73-B0A5-05EF-DB3C-D4AEC3766CFB}"/>
              </a:ext>
            </a:extLst>
          </p:cNvPr>
          <p:cNvSpPr/>
          <p:nvPr/>
        </p:nvSpPr>
        <p:spPr>
          <a:xfrm>
            <a:off x="10507077" y="2396813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0B7CAD6-A50F-2332-F891-49685FF5F7F9}"/>
              </a:ext>
            </a:extLst>
          </p:cNvPr>
          <p:cNvSpPr/>
          <p:nvPr/>
        </p:nvSpPr>
        <p:spPr>
          <a:xfrm>
            <a:off x="11038505" y="2396813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19B40A1-04CC-62FD-222A-1C04F4714CA3}"/>
              </a:ext>
            </a:extLst>
          </p:cNvPr>
          <p:cNvSpPr/>
          <p:nvPr/>
        </p:nvSpPr>
        <p:spPr>
          <a:xfrm>
            <a:off x="11304219" y="2396813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F612137-1C0D-77D0-B9DD-5D4E123475AF}"/>
              </a:ext>
            </a:extLst>
          </p:cNvPr>
          <p:cNvSpPr/>
          <p:nvPr/>
        </p:nvSpPr>
        <p:spPr>
          <a:xfrm>
            <a:off x="11569933" y="2396813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59437AE-14A2-0EA4-8216-36193E0BF56A}"/>
              </a:ext>
            </a:extLst>
          </p:cNvPr>
          <p:cNvSpPr/>
          <p:nvPr/>
        </p:nvSpPr>
        <p:spPr>
          <a:xfrm>
            <a:off x="11835647" y="2396813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A4B7618-529E-5E5E-0810-AFFA9A96A8D7}"/>
              </a:ext>
            </a:extLst>
          </p:cNvPr>
          <p:cNvSpPr/>
          <p:nvPr/>
        </p:nvSpPr>
        <p:spPr>
          <a:xfrm>
            <a:off x="10806006" y="935387"/>
            <a:ext cx="863569" cy="863569"/>
          </a:xfrm>
          <a:custGeom>
            <a:avLst/>
            <a:gdLst>
              <a:gd name="connsiteX0" fmla="*/ 0 w 863569"/>
              <a:gd name="connsiteY0" fmla="*/ 0 h 863569"/>
              <a:gd name="connsiteX1" fmla="*/ 863570 w 863569"/>
              <a:gd name="connsiteY1" fmla="*/ 0 h 863569"/>
              <a:gd name="connsiteX2" fmla="*/ 863570 w 863569"/>
              <a:gd name="connsiteY2" fmla="*/ 863570 h 863569"/>
              <a:gd name="connsiteX3" fmla="*/ 0 w 863569"/>
              <a:gd name="connsiteY3" fmla="*/ 863570 h 863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569" h="863569">
                <a:moveTo>
                  <a:pt x="0" y="0"/>
                </a:moveTo>
                <a:lnTo>
                  <a:pt x="863570" y="0"/>
                </a:lnTo>
                <a:lnTo>
                  <a:pt x="863570" y="863570"/>
                </a:lnTo>
                <a:lnTo>
                  <a:pt x="0" y="86357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69D945C-C2D5-69BF-B4BE-D543CA16B8E7}"/>
              </a:ext>
            </a:extLst>
          </p:cNvPr>
          <p:cNvSpPr/>
          <p:nvPr/>
        </p:nvSpPr>
        <p:spPr>
          <a:xfrm>
            <a:off x="10341006" y="470387"/>
            <a:ext cx="1793568" cy="1793568"/>
          </a:xfrm>
          <a:custGeom>
            <a:avLst/>
            <a:gdLst>
              <a:gd name="connsiteX0" fmla="*/ 1660712 w 1793568"/>
              <a:gd name="connsiteY0" fmla="*/ 0 h 1793568"/>
              <a:gd name="connsiteX1" fmla="*/ 132857 w 1793568"/>
              <a:gd name="connsiteY1" fmla="*/ 0 h 1793568"/>
              <a:gd name="connsiteX2" fmla="*/ 0 w 1793568"/>
              <a:gd name="connsiteY2" fmla="*/ 132857 h 1793568"/>
              <a:gd name="connsiteX3" fmla="*/ 0 w 1793568"/>
              <a:gd name="connsiteY3" fmla="*/ 1660712 h 1793568"/>
              <a:gd name="connsiteX4" fmla="*/ 132857 w 1793568"/>
              <a:gd name="connsiteY4" fmla="*/ 1793568 h 1793568"/>
              <a:gd name="connsiteX5" fmla="*/ 1660712 w 1793568"/>
              <a:gd name="connsiteY5" fmla="*/ 1793568 h 1793568"/>
              <a:gd name="connsiteX6" fmla="*/ 1793568 w 1793568"/>
              <a:gd name="connsiteY6" fmla="*/ 1660712 h 1793568"/>
              <a:gd name="connsiteX7" fmla="*/ 1793568 w 1793568"/>
              <a:gd name="connsiteY7" fmla="*/ 132857 h 1793568"/>
              <a:gd name="connsiteX8" fmla="*/ 1660712 w 1793568"/>
              <a:gd name="connsiteY8" fmla="*/ 0 h 1793568"/>
              <a:gd name="connsiteX9" fmla="*/ 1461426 w 1793568"/>
              <a:gd name="connsiteY9" fmla="*/ 1461426 h 1793568"/>
              <a:gd name="connsiteX10" fmla="*/ 332142 w 1793568"/>
              <a:gd name="connsiteY10" fmla="*/ 1461426 h 1793568"/>
              <a:gd name="connsiteX11" fmla="*/ 332142 w 1793568"/>
              <a:gd name="connsiteY11" fmla="*/ 332142 h 1793568"/>
              <a:gd name="connsiteX12" fmla="*/ 1461426 w 1793568"/>
              <a:gd name="connsiteY12" fmla="*/ 332142 h 179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93568" h="1793568">
                <a:moveTo>
                  <a:pt x="1660712" y="0"/>
                </a:moveTo>
                <a:lnTo>
                  <a:pt x="132857" y="0"/>
                </a:lnTo>
                <a:cubicBezTo>
                  <a:pt x="59483" y="0"/>
                  <a:pt x="0" y="59483"/>
                  <a:pt x="0" y="132857"/>
                </a:cubicBezTo>
                <a:lnTo>
                  <a:pt x="0" y="1660712"/>
                </a:lnTo>
                <a:cubicBezTo>
                  <a:pt x="0" y="1734085"/>
                  <a:pt x="59483" y="1793568"/>
                  <a:pt x="132857" y="1793568"/>
                </a:cubicBezTo>
                <a:lnTo>
                  <a:pt x="1660712" y="1793568"/>
                </a:lnTo>
                <a:cubicBezTo>
                  <a:pt x="1734085" y="1793568"/>
                  <a:pt x="1793568" y="1734085"/>
                  <a:pt x="1793568" y="1660712"/>
                </a:cubicBezTo>
                <a:lnTo>
                  <a:pt x="1793568" y="132857"/>
                </a:lnTo>
                <a:cubicBezTo>
                  <a:pt x="1793568" y="59483"/>
                  <a:pt x="1734085" y="0"/>
                  <a:pt x="1660712" y="0"/>
                </a:cubicBezTo>
                <a:close/>
                <a:moveTo>
                  <a:pt x="1461426" y="1461426"/>
                </a:moveTo>
                <a:lnTo>
                  <a:pt x="332142" y="1461426"/>
                </a:lnTo>
                <a:lnTo>
                  <a:pt x="332142" y="332142"/>
                </a:lnTo>
                <a:lnTo>
                  <a:pt x="1461426" y="33214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BC95F45-87BE-4023-94A7-DA5AE4CC53A9}"/>
              </a:ext>
            </a:extLst>
          </p:cNvPr>
          <p:cNvSpPr/>
          <p:nvPr/>
        </p:nvSpPr>
        <p:spPr>
          <a:xfrm>
            <a:off x="10807540" y="3226456"/>
            <a:ext cx="863569" cy="863569"/>
          </a:xfrm>
          <a:custGeom>
            <a:avLst/>
            <a:gdLst>
              <a:gd name="connsiteX0" fmla="*/ 0 w 863569"/>
              <a:gd name="connsiteY0" fmla="*/ 0 h 863569"/>
              <a:gd name="connsiteX1" fmla="*/ 863570 w 863569"/>
              <a:gd name="connsiteY1" fmla="*/ 0 h 863569"/>
              <a:gd name="connsiteX2" fmla="*/ 863570 w 863569"/>
              <a:gd name="connsiteY2" fmla="*/ 863570 h 863569"/>
              <a:gd name="connsiteX3" fmla="*/ 0 w 863569"/>
              <a:gd name="connsiteY3" fmla="*/ 863570 h 863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569" h="863569">
                <a:moveTo>
                  <a:pt x="0" y="0"/>
                </a:moveTo>
                <a:lnTo>
                  <a:pt x="863570" y="0"/>
                </a:lnTo>
                <a:lnTo>
                  <a:pt x="863570" y="863570"/>
                </a:lnTo>
                <a:lnTo>
                  <a:pt x="0" y="86357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9E4C594-1DCC-F29D-16CC-423CCED58887}"/>
              </a:ext>
            </a:extLst>
          </p:cNvPr>
          <p:cNvSpPr/>
          <p:nvPr/>
        </p:nvSpPr>
        <p:spPr>
          <a:xfrm>
            <a:off x="10342540" y="2761456"/>
            <a:ext cx="1793568" cy="1793568"/>
          </a:xfrm>
          <a:custGeom>
            <a:avLst/>
            <a:gdLst>
              <a:gd name="connsiteX0" fmla="*/ 1660712 w 1793568"/>
              <a:gd name="connsiteY0" fmla="*/ 0 h 1793568"/>
              <a:gd name="connsiteX1" fmla="*/ 132857 w 1793568"/>
              <a:gd name="connsiteY1" fmla="*/ 0 h 1793568"/>
              <a:gd name="connsiteX2" fmla="*/ 0 w 1793568"/>
              <a:gd name="connsiteY2" fmla="*/ 132857 h 1793568"/>
              <a:gd name="connsiteX3" fmla="*/ 0 w 1793568"/>
              <a:gd name="connsiteY3" fmla="*/ 1660712 h 1793568"/>
              <a:gd name="connsiteX4" fmla="*/ 132857 w 1793568"/>
              <a:gd name="connsiteY4" fmla="*/ 1793568 h 1793568"/>
              <a:gd name="connsiteX5" fmla="*/ 1660712 w 1793568"/>
              <a:gd name="connsiteY5" fmla="*/ 1793568 h 1793568"/>
              <a:gd name="connsiteX6" fmla="*/ 1793568 w 1793568"/>
              <a:gd name="connsiteY6" fmla="*/ 1660712 h 1793568"/>
              <a:gd name="connsiteX7" fmla="*/ 1793568 w 1793568"/>
              <a:gd name="connsiteY7" fmla="*/ 132857 h 1793568"/>
              <a:gd name="connsiteX8" fmla="*/ 1660712 w 1793568"/>
              <a:gd name="connsiteY8" fmla="*/ 0 h 1793568"/>
              <a:gd name="connsiteX9" fmla="*/ 1461426 w 1793568"/>
              <a:gd name="connsiteY9" fmla="*/ 1461426 h 1793568"/>
              <a:gd name="connsiteX10" fmla="*/ 332142 w 1793568"/>
              <a:gd name="connsiteY10" fmla="*/ 1461426 h 1793568"/>
              <a:gd name="connsiteX11" fmla="*/ 332142 w 1793568"/>
              <a:gd name="connsiteY11" fmla="*/ 332142 h 1793568"/>
              <a:gd name="connsiteX12" fmla="*/ 1461426 w 1793568"/>
              <a:gd name="connsiteY12" fmla="*/ 332142 h 179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93568" h="1793568">
                <a:moveTo>
                  <a:pt x="1660712" y="0"/>
                </a:moveTo>
                <a:lnTo>
                  <a:pt x="132857" y="0"/>
                </a:lnTo>
                <a:cubicBezTo>
                  <a:pt x="59483" y="0"/>
                  <a:pt x="0" y="59483"/>
                  <a:pt x="0" y="132857"/>
                </a:cubicBezTo>
                <a:lnTo>
                  <a:pt x="0" y="1660712"/>
                </a:lnTo>
                <a:cubicBezTo>
                  <a:pt x="0" y="1734085"/>
                  <a:pt x="59483" y="1793568"/>
                  <a:pt x="132857" y="1793568"/>
                </a:cubicBezTo>
                <a:lnTo>
                  <a:pt x="1660712" y="1793568"/>
                </a:lnTo>
                <a:cubicBezTo>
                  <a:pt x="1734085" y="1793568"/>
                  <a:pt x="1793568" y="1734085"/>
                  <a:pt x="1793568" y="1660712"/>
                </a:cubicBezTo>
                <a:lnTo>
                  <a:pt x="1793568" y="132857"/>
                </a:lnTo>
                <a:cubicBezTo>
                  <a:pt x="1793568" y="59483"/>
                  <a:pt x="1734085" y="0"/>
                  <a:pt x="1660712" y="0"/>
                </a:cubicBezTo>
                <a:close/>
                <a:moveTo>
                  <a:pt x="1461426" y="1461426"/>
                </a:moveTo>
                <a:lnTo>
                  <a:pt x="332142" y="1461426"/>
                </a:lnTo>
                <a:lnTo>
                  <a:pt x="332142" y="332142"/>
                </a:lnTo>
                <a:lnTo>
                  <a:pt x="1461426" y="33214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5F14CE4-FC0B-727E-07B5-D1D9FA3335AD}"/>
              </a:ext>
            </a:extLst>
          </p:cNvPr>
          <p:cNvSpPr/>
          <p:nvPr/>
        </p:nvSpPr>
        <p:spPr>
          <a:xfrm>
            <a:off x="10772791" y="468716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rgbClr val="000000"/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BE31A86-8ED9-F743-51CB-EF0C1C8DB3ED}"/>
              </a:ext>
            </a:extLst>
          </p:cNvPr>
          <p:cNvSpPr/>
          <p:nvPr/>
        </p:nvSpPr>
        <p:spPr>
          <a:xfrm>
            <a:off x="10507077" y="468716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rgbClr val="000000"/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1807076-8FDA-62B1-D3E3-9AB7A9275111}"/>
              </a:ext>
            </a:extLst>
          </p:cNvPr>
          <p:cNvSpPr/>
          <p:nvPr/>
        </p:nvSpPr>
        <p:spPr>
          <a:xfrm>
            <a:off x="11038505" y="468716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rgbClr val="000000"/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FBF1324-6CA3-BA96-2E31-B07783B6EA20}"/>
              </a:ext>
            </a:extLst>
          </p:cNvPr>
          <p:cNvSpPr/>
          <p:nvPr/>
        </p:nvSpPr>
        <p:spPr>
          <a:xfrm>
            <a:off x="11304219" y="468716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8D9232C3-6951-F1CB-1C3A-C3B0E43B4AAF}"/>
              </a:ext>
            </a:extLst>
          </p:cNvPr>
          <p:cNvSpPr/>
          <p:nvPr/>
        </p:nvSpPr>
        <p:spPr>
          <a:xfrm>
            <a:off x="11569933" y="468716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07606CC-CE80-9260-1E6A-146A96D35ED3}"/>
              </a:ext>
            </a:extLst>
          </p:cNvPr>
          <p:cNvSpPr/>
          <p:nvPr/>
        </p:nvSpPr>
        <p:spPr>
          <a:xfrm>
            <a:off x="11835647" y="468716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5F7CE40-17F4-0AD5-F053-1CE8BE3A437C}"/>
              </a:ext>
            </a:extLst>
          </p:cNvPr>
          <p:cNvSpPr/>
          <p:nvPr/>
        </p:nvSpPr>
        <p:spPr>
          <a:xfrm>
            <a:off x="10767788" y="468716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A221EF2-8EC6-E1AF-7993-293C47E24C37}"/>
              </a:ext>
            </a:extLst>
          </p:cNvPr>
          <p:cNvSpPr/>
          <p:nvPr/>
        </p:nvSpPr>
        <p:spPr>
          <a:xfrm>
            <a:off x="10502074" y="468716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F51E1AC-2115-6AC1-5E23-21E269D2B28C}"/>
              </a:ext>
            </a:extLst>
          </p:cNvPr>
          <p:cNvSpPr/>
          <p:nvPr/>
        </p:nvSpPr>
        <p:spPr>
          <a:xfrm>
            <a:off x="11033502" y="468716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C7A66273-23F5-4190-0B1A-4EE87531C427}"/>
              </a:ext>
            </a:extLst>
          </p:cNvPr>
          <p:cNvSpPr/>
          <p:nvPr/>
        </p:nvSpPr>
        <p:spPr>
          <a:xfrm rot="16200000">
            <a:off x="10042079" y="5675169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5789470-69D4-F0C3-82DD-5EED94010831}"/>
              </a:ext>
            </a:extLst>
          </p:cNvPr>
          <p:cNvSpPr/>
          <p:nvPr/>
        </p:nvSpPr>
        <p:spPr>
          <a:xfrm rot="16200000">
            <a:off x="10042078" y="5193686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D7BC1A5-ABAE-0302-6FC6-C1D7961EF8B0}"/>
              </a:ext>
            </a:extLst>
          </p:cNvPr>
          <p:cNvSpPr/>
          <p:nvPr/>
        </p:nvSpPr>
        <p:spPr>
          <a:xfrm rot="16200000">
            <a:off x="10042078" y="5434490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2EE7A746-F589-D702-FB88-23089BA1622E}"/>
              </a:ext>
            </a:extLst>
          </p:cNvPr>
          <p:cNvSpPr/>
          <p:nvPr/>
        </p:nvSpPr>
        <p:spPr>
          <a:xfrm rot="16200000">
            <a:off x="10042079" y="6156524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1D93A67-00E3-098D-C9EA-014044391A94}"/>
              </a:ext>
            </a:extLst>
          </p:cNvPr>
          <p:cNvSpPr/>
          <p:nvPr/>
        </p:nvSpPr>
        <p:spPr>
          <a:xfrm rot="16200000">
            <a:off x="10042079" y="6397200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217F90E-3FC7-E0E6-D0C8-6D473409D4BD}"/>
              </a:ext>
            </a:extLst>
          </p:cNvPr>
          <p:cNvSpPr/>
          <p:nvPr/>
        </p:nvSpPr>
        <p:spPr>
          <a:xfrm rot="16200000">
            <a:off x="10042078" y="5915847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2891FBC-6D99-5722-152C-C7AD6C0793A5}"/>
              </a:ext>
            </a:extLst>
          </p:cNvPr>
          <p:cNvSpPr/>
          <p:nvPr/>
        </p:nvSpPr>
        <p:spPr>
          <a:xfrm>
            <a:off x="8522529" y="5484312"/>
            <a:ext cx="863569" cy="863569"/>
          </a:xfrm>
          <a:custGeom>
            <a:avLst/>
            <a:gdLst>
              <a:gd name="connsiteX0" fmla="*/ 0 w 863569"/>
              <a:gd name="connsiteY0" fmla="*/ 0 h 863569"/>
              <a:gd name="connsiteX1" fmla="*/ 863570 w 863569"/>
              <a:gd name="connsiteY1" fmla="*/ 0 h 863569"/>
              <a:gd name="connsiteX2" fmla="*/ 863570 w 863569"/>
              <a:gd name="connsiteY2" fmla="*/ 863570 h 863569"/>
              <a:gd name="connsiteX3" fmla="*/ 0 w 863569"/>
              <a:gd name="connsiteY3" fmla="*/ 863570 h 863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569" h="863569">
                <a:moveTo>
                  <a:pt x="0" y="0"/>
                </a:moveTo>
                <a:lnTo>
                  <a:pt x="863570" y="0"/>
                </a:lnTo>
                <a:lnTo>
                  <a:pt x="863570" y="863570"/>
                </a:lnTo>
                <a:lnTo>
                  <a:pt x="0" y="86357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857771EE-FFC6-065D-D875-0793B4CF9DF2}"/>
              </a:ext>
            </a:extLst>
          </p:cNvPr>
          <p:cNvSpPr/>
          <p:nvPr/>
        </p:nvSpPr>
        <p:spPr>
          <a:xfrm>
            <a:off x="8057529" y="5019312"/>
            <a:ext cx="1793568" cy="1793568"/>
          </a:xfrm>
          <a:custGeom>
            <a:avLst/>
            <a:gdLst>
              <a:gd name="connsiteX0" fmla="*/ 1660712 w 1793568"/>
              <a:gd name="connsiteY0" fmla="*/ 0 h 1793568"/>
              <a:gd name="connsiteX1" fmla="*/ 132857 w 1793568"/>
              <a:gd name="connsiteY1" fmla="*/ 0 h 1793568"/>
              <a:gd name="connsiteX2" fmla="*/ 0 w 1793568"/>
              <a:gd name="connsiteY2" fmla="*/ 132857 h 1793568"/>
              <a:gd name="connsiteX3" fmla="*/ 0 w 1793568"/>
              <a:gd name="connsiteY3" fmla="*/ 1660712 h 1793568"/>
              <a:gd name="connsiteX4" fmla="*/ 132857 w 1793568"/>
              <a:gd name="connsiteY4" fmla="*/ 1793568 h 1793568"/>
              <a:gd name="connsiteX5" fmla="*/ 1660712 w 1793568"/>
              <a:gd name="connsiteY5" fmla="*/ 1793568 h 1793568"/>
              <a:gd name="connsiteX6" fmla="*/ 1793568 w 1793568"/>
              <a:gd name="connsiteY6" fmla="*/ 1660712 h 1793568"/>
              <a:gd name="connsiteX7" fmla="*/ 1793568 w 1793568"/>
              <a:gd name="connsiteY7" fmla="*/ 132857 h 1793568"/>
              <a:gd name="connsiteX8" fmla="*/ 1660712 w 1793568"/>
              <a:gd name="connsiteY8" fmla="*/ 0 h 1793568"/>
              <a:gd name="connsiteX9" fmla="*/ 1461426 w 1793568"/>
              <a:gd name="connsiteY9" fmla="*/ 1461426 h 1793568"/>
              <a:gd name="connsiteX10" fmla="*/ 332142 w 1793568"/>
              <a:gd name="connsiteY10" fmla="*/ 1461426 h 1793568"/>
              <a:gd name="connsiteX11" fmla="*/ 332142 w 1793568"/>
              <a:gd name="connsiteY11" fmla="*/ 332142 h 1793568"/>
              <a:gd name="connsiteX12" fmla="*/ 1461426 w 1793568"/>
              <a:gd name="connsiteY12" fmla="*/ 332142 h 179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93568" h="1793568">
                <a:moveTo>
                  <a:pt x="1660712" y="0"/>
                </a:moveTo>
                <a:lnTo>
                  <a:pt x="132857" y="0"/>
                </a:lnTo>
                <a:cubicBezTo>
                  <a:pt x="59483" y="0"/>
                  <a:pt x="0" y="59483"/>
                  <a:pt x="0" y="132857"/>
                </a:cubicBezTo>
                <a:lnTo>
                  <a:pt x="0" y="1660712"/>
                </a:lnTo>
                <a:cubicBezTo>
                  <a:pt x="0" y="1734085"/>
                  <a:pt x="59483" y="1793568"/>
                  <a:pt x="132857" y="1793568"/>
                </a:cubicBezTo>
                <a:lnTo>
                  <a:pt x="1660712" y="1793568"/>
                </a:lnTo>
                <a:cubicBezTo>
                  <a:pt x="1734085" y="1793568"/>
                  <a:pt x="1793568" y="1734085"/>
                  <a:pt x="1793568" y="1660712"/>
                </a:cubicBezTo>
                <a:lnTo>
                  <a:pt x="1793568" y="132857"/>
                </a:lnTo>
                <a:cubicBezTo>
                  <a:pt x="1793568" y="59483"/>
                  <a:pt x="1734085" y="0"/>
                  <a:pt x="1660712" y="0"/>
                </a:cubicBezTo>
                <a:close/>
                <a:moveTo>
                  <a:pt x="1461426" y="1461426"/>
                </a:moveTo>
                <a:lnTo>
                  <a:pt x="332142" y="1461426"/>
                </a:lnTo>
                <a:lnTo>
                  <a:pt x="332142" y="332142"/>
                </a:lnTo>
                <a:lnTo>
                  <a:pt x="1461426" y="33214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98E9519-14B7-54C3-6164-B16CB5CA86AF}"/>
              </a:ext>
            </a:extLst>
          </p:cNvPr>
          <p:cNvSpPr/>
          <p:nvPr/>
        </p:nvSpPr>
        <p:spPr>
          <a:xfrm rot="16200000">
            <a:off x="7758602" y="5675169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2E9AE009-E43D-E0BC-EAC7-6117A0912E24}"/>
              </a:ext>
            </a:extLst>
          </p:cNvPr>
          <p:cNvSpPr/>
          <p:nvPr/>
        </p:nvSpPr>
        <p:spPr>
          <a:xfrm rot="16200000">
            <a:off x="7758601" y="5193686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90B30299-6872-82C9-44F6-C4747AFA7832}"/>
              </a:ext>
            </a:extLst>
          </p:cNvPr>
          <p:cNvSpPr/>
          <p:nvPr/>
        </p:nvSpPr>
        <p:spPr>
          <a:xfrm rot="16200000">
            <a:off x="7758601" y="5434490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AA1690F6-65EB-A3E4-F5AD-686A2F473056}"/>
              </a:ext>
            </a:extLst>
          </p:cNvPr>
          <p:cNvSpPr/>
          <p:nvPr/>
        </p:nvSpPr>
        <p:spPr>
          <a:xfrm rot="16200000">
            <a:off x="7758602" y="6156524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0FCB393D-C08A-8DC4-68EA-4F3DC5B3DC78}"/>
              </a:ext>
            </a:extLst>
          </p:cNvPr>
          <p:cNvSpPr/>
          <p:nvPr/>
        </p:nvSpPr>
        <p:spPr>
          <a:xfrm rot="16200000">
            <a:off x="7758602" y="6397200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3DB081F-C70C-1CCE-AEBD-D4DCC2F965C2}"/>
              </a:ext>
            </a:extLst>
          </p:cNvPr>
          <p:cNvSpPr/>
          <p:nvPr/>
        </p:nvSpPr>
        <p:spPr>
          <a:xfrm rot="16200000">
            <a:off x="7758601" y="5915847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C2235E69-D852-2763-04B6-6034E6A19291}"/>
              </a:ext>
            </a:extLst>
          </p:cNvPr>
          <p:cNvSpPr/>
          <p:nvPr/>
        </p:nvSpPr>
        <p:spPr>
          <a:xfrm>
            <a:off x="6263961" y="5484312"/>
            <a:ext cx="863569" cy="863569"/>
          </a:xfrm>
          <a:custGeom>
            <a:avLst/>
            <a:gdLst>
              <a:gd name="connsiteX0" fmla="*/ 0 w 863569"/>
              <a:gd name="connsiteY0" fmla="*/ 0 h 863569"/>
              <a:gd name="connsiteX1" fmla="*/ 863570 w 863569"/>
              <a:gd name="connsiteY1" fmla="*/ 0 h 863569"/>
              <a:gd name="connsiteX2" fmla="*/ 863570 w 863569"/>
              <a:gd name="connsiteY2" fmla="*/ 863570 h 863569"/>
              <a:gd name="connsiteX3" fmla="*/ 0 w 863569"/>
              <a:gd name="connsiteY3" fmla="*/ 863570 h 863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569" h="863569">
                <a:moveTo>
                  <a:pt x="0" y="0"/>
                </a:moveTo>
                <a:lnTo>
                  <a:pt x="863570" y="0"/>
                </a:lnTo>
                <a:lnTo>
                  <a:pt x="863570" y="863570"/>
                </a:lnTo>
                <a:lnTo>
                  <a:pt x="0" y="86357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89ED0218-293E-5462-46DF-0521CBF4E3B7}"/>
              </a:ext>
            </a:extLst>
          </p:cNvPr>
          <p:cNvSpPr/>
          <p:nvPr/>
        </p:nvSpPr>
        <p:spPr>
          <a:xfrm>
            <a:off x="5798961" y="5019312"/>
            <a:ext cx="1793568" cy="1793568"/>
          </a:xfrm>
          <a:custGeom>
            <a:avLst/>
            <a:gdLst>
              <a:gd name="connsiteX0" fmla="*/ 1660712 w 1793568"/>
              <a:gd name="connsiteY0" fmla="*/ 0 h 1793568"/>
              <a:gd name="connsiteX1" fmla="*/ 132857 w 1793568"/>
              <a:gd name="connsiteY1" fmla="*/ 0 h 1793568"/>
              <a:gd name="connsiteX2" fmla="*/ 0 w 1793568"/>
              <a:gd name="connsiteY2" fmla="*/ 132857 h 1793568"/>
              <a:gd name="connsiteX3" fmla="*/ 0 w 1793568"/>
              <a:gd name="connsiteY3" fmla="*/ 1660712 h 1793568"/>
              <a:gd name="connsiteX4" fmla="*/ 132857 w 1793568"/>
              <a:gd name="connsiteY4" fmla="*/ 1793568 h 1793568"/>
              <a:gd name="connsiteX5" fmla="*/ 1660712 w 1793568"/>
              <a:gd name="connsiteY5" fmla="*/ 1793568 h 1793568"/>
              <a:gd name="connsiteX6" fmla="*/ 1793568 w 1793568"/>
              <a:gd name="connsiteY6" fmla="*/ 1660712 h 1793568"/>
              <a:gd name="connsiteX7" fmla="*/ 1793568 w 1793568"/>
              <a:gd name="connsiteY7" fmla="*/ 132857 h 1793568"/>
              <a:gd name="connsiteX8" fmla="*/ 1660712 w 1793568"/>
              <a:gd name="connsiteY8" fmla="*/ 0 h 1793568"/>
              <a:gd name="connsiteX9" fmla="*/ 1461426 w 1793568"/>
              <a:gd name="connsiteY9" fmla="*/ 1461426 h 1793568"/>
              <a:gd name="connsiteX10" fmla="*/ 332142 w 1793568"/>
              <a:gd name="connsiteY10" fmla="*/ 1461426 h 1793568"/>
              <a:gd name="connsiteX11" fmla="*/ 332142 w 1793568"/>
              <a:gd name="connsiteY11" fmla="*/ 332142 h 1793568"/>
              <a:gd name="connsiteX12" fmla="*/ 1461426 w 1793568"/>
              <a:gd name="connsiteY12" fmla="*/ 332142 h 179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93568" h="1793568">
                <a:moveTo>
                  <a:pt x="1660712" y="0"/>
                </a:moveTo>
                <a:lnTo>
                  <a:pt x="132857" y="0"/>
                </a:lnTo>
                <a:cubicBezTo>
                  <a:pt x="59483" y="0"/>
                  <a:pt x="0" y="59483"/>
                  <a:pt x="0" y="132857"/>
                </a:cubicBezTo>
                <a:lnTo>
                  <a:pt x="0" y="1660712"/>
                </a:lnTo>
                <a:cubicBezTo>
                  <a:pt x="0" y="1734085"/>
                  <a:pt x="59483" y="1793568"/>
                  <a:pt x="132857" y="1793568"/>
                </a:cubicBezTo>
                <a:lnTo>
                  <a:pt x="1660712" y="1793568"/>
                </a:lnTo>
                <a:cubicBezTo>
                  <a:pt x="1734085" y="1793568"/>
                  <a:pt x="1793568" y="1734085"/>
                  <a:pt x="1793568" y="1660712"/>
                </a:cubicBezTo>
                <a:lnTo>
                  <a:pt x="1793568" y="132857"/>
                </a:lnTo>
                <a:cubicBezTo>
                  <a:pt x="1793568" y="59483"/>
                  <a:pt x="1734085" y="0"/>
                  <a:pt x="1660712" y="0"/>
                </a:cubicBezTo>
                <a:close/>
                <a:moveTo>
                  <a:pt x="1461426" y="1461426"/>
                </a:moveTo>
                <a:lnTo>
                  <a:pt x="332142" y="1461426"/>
                </a:lnTo>
                <a:lnTo>
                  <a:pt x="332142" y="332142"/>
                </a:lnTo>
                <a:lnTo>
                  <a:pt x="1461426" y="33214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AF7B2292-D785-F88C-9CD0-14E80516D36D}"/>
              </a:ext>
            </a:extLst>
          </p:cNvPr>
          <p:cNvSpPr/>
          <p:nvPr/>
        </p:nvSpPr>
        <p:spPr>
          <a:xfrm rot="16200000">
            <a:off x="5500034" y="5675169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D95F9E1-527D-6AD9-ABD7-7F1524495146}"/>
              </a:ext>
            </a:extLst>
          </p:cNvPr>
          <p:cNvSpPr/>
          <p:nvPr/>
        </p:nvSpPr>
        <p:spPr>
          <a:xfrm rot="16200000">
            <a:off x="5500033" y="5193686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2926C337-DC50-1913-52D9-1CF29A1DCB60}"/>
              </a:ext>
            </a:extLst>
          </p:cNvPr>
          <p:cNvSpPr/>
          <p:nvPr/>
        </p:nvSpPr>
        <p:spPr>
          <a:xfrm rot="16200000">
            <a:off x="5500033" y="5434490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4F49CE6A-9096-7EF0-EAEB-135E963F37EB}"/>
              </a:ext>
            </a:extLst>
          </p:cNvPr>
          <p:cNvSpPr/>
          <p:nvPr/>
        </p:nvSpPr>
        <p:spPr>
          <a:xfrm rot="16200000">
            <a:off x="5500034" y="6156524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90DC1471-C4F3-14B9-08DF-2B7078EC6756}"/>
              </a:ext>
            </a:extLst>
          </p:cNvPr>
          <p:cNvSpPr/>
          <p:nvPr/>
        </p:nvSpPr>
        <p:spPr>
          <a:xfrm rot="16200000">
            <a:off x="5500034" y="6397200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DC0D184E-5B1D-4C47-EE86-23E93CC23C83}"/>
              </a:ext>
            </a:extLst>
          </p:cNvPr>
          <p:cNvSpPr/>
          <p:nvPr/>
        </p:nvSpPr>
        <p:spPr>
          <a:xfrm rot="16200000">
            <a:off x="5500033" y="5915847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8F8431E9-7A9C-0470-45C2-BFFA067AC7F1}"/>
              </a:ext>
            </a:extLst>
          </p:cNvPr>
          <p:cNvSpPr/>
          <p:nvPr/>
        </p:nvSpPr>
        <p:spPr>
          <a:xfrm>
            <a:off x="3980484" y="5484312"/>
            <a:ext cx="863569" cy="863569"/>
          </a:xfrm>
          <a:custGeom>
            <a:avLst/>
            <a:gdLst>
              <a:gd name="connsiteX0" fmla="*/ 0 w 863569"/>
              <a:gd name="connsiteY0" fmla="*/ 0 h 863569"/>
              <a:gd name="connsiteX1" fmla="*/ 863570 w 863569"/>
              <a:gd name="connsiteY1" fmla="*/ 0 h 863569"/>
              <a:gd name="connsiteX2" fmla="*/ 863570 w 863569"/>
              <a:gd name="connsiteY2" fmla="*/ 863570 h 863569"/>
              <a:gd name="connsiteX3" fmla="*/ 0 w 863569"/>
              <a:gd name="connsiteY3" fmla="*/ 863570 h 863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569" h="863569">
                <a:moveTo>
                  <a:pt x="0" y="0"/>
                </a:moveTo>
                <a:lnTo>
                  <a:pt x="863570" y="0"/>
                </a:lnTo>
                <a:lnTo>
                  <a:pt x="863570" y="863570"/>
                </a:lnTo>
                <a:lnTo>
                  <a:pt x="0" y="86357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08C99220-268C-AAB5-C421-B9896AD7C32E}"/>
              </a:ext>
            </a:extLst>
          </p:cNvPr>
          <p:cNvSpPr/>
          <p:nvPr/>
        </p:nvSpPr>
        <p:spPr>
          <a:xfrm>
            <a:off x="3515484" y="5019312"/>
            <a:ext cx="1793568" cy="1793568"/>
          </a:xfrm>
          <a:custGeom>
            <a:avLst/>
            <a:gdLst>
              <a:gd name="connsiteX0" fmla="*/ 1660712 w 1793568"/>
              <a:gd name="connsiteY0" fmla="*/ 0 h 1793568"/>
              <a:gd name="connsiteX1" fmla="*/ 132857 w 1793568"/>
              <a:gd name="connsiteY1" fmla="*/ 0 h 1793568"/>
              <a:gd name="connsiteX2" fmla="*/ 0 w 1793568"/>
              <a:gd name="connsiteY2" fmla="*/ 132857 h 1793568"/>
              <a:gd name="connsiteX3" fmla="*/ 0 w 1793568"/>
              <a:gd name="connsiteY3" fmla="*/ 1660712 h 1793568"/>
              <a:gd name="connsiteX4" fmla="*/ 132857 w 1793568"/>
              <a:gd name="connsiteY4" fmla="*/ 1793568 h 1793568"/>
              <a:gd name="connsiteX5" fmla="*/ 1660712 w 1793568"/>
              <a:gd name="connsiteY5" fmla="*/ 1793568 h 1793568"/>
              <a:gd name="connsiteX6" fmla="*/ 1793568 w 1793568"/>
              <a:gd name="connsiteY6" fmla="*/ 1660712 h 1793568"/>
              <a:gd name="connsiteX7" fmla="*/ 1793568 w 1793568"/>
              <a:gd name="connsiteY7" fmla="*/ 132857 h 1793568"/>
              <a:gd name="connsiteX8" fmla="*/ 1660712 w 1793568"/>
              <a:gd name="connsiteY8" fmla="*/ 0 h 1793568"/>
              <a:gd name="connsiteX9" fmla="*/ 1461426 w 1793568"/>
              <a:gd name="connsiteY9" fmla="*/ 1461426 h 1793568"/>
              <a:gd name="connsiteX10" fmla="*/ 332142 w 1793568"/>
              <a:gd name="connsiteY10" fmla="*/ 1461426 h 1793568"/>
              <a:gd name="connsiteX11" fmla="*/ 332142 w 1793568"/>
              <a:gd name="connsiteY11" fmla="*/ 332142 h 1793568"/>
              <a:gd name="connsiteX12" fmla="*/ 1461426 w 1793568"/>
              <a:gd name="connsiteY12" fmla="*/ 332142 h 179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93568" h="1793568">
                <a:moveTo>
                  <a:pt x="1660712" y="0"/>
                </a:moveTo>
                <a:lnTo>
                  <a:pt x="132857" y="0"/>
                </a:lnTo>
                <a:cubicBezTo>
                  <a:pt x="59483" y="0"/>
                  <a:pt x="0" y="59483"/>
                  <a:pt x="0" y="132857"/>
                </a:cubicBezTo>
                <a:lnTo>
                  <a:pt x="0" y="1660712"/>
                </a:lnTo>
                <a:cubicBezTo>
                  <a:pt x="0" y="1734085"/>
                  <a:pt x="59483" y="1793568"/>
                  <a:pt x="132857" y="1793568"/>
                </a:cubicBezTo>
                <a:lnTo>
                  <a:pt x="1660712" y="1793568"/>
                </a:lnTo>
                <a:cubicBezTo>
                  <a:pt x="1734085" y="1793568"/>
                  <a:pt x="1793568" y="1734085"/>
                  <a:pt x="1793568" y="1660712"/>
                </a:cubicBezTo>
                <a:lnTo>
                  <a:pt x="1793568" y="132857"/>
                </a:lnTo>
                <a:cubicBezTo>
                  <a:pt x="1793568" y="59483"/>
                  <a:pt x="1734085" y="0"/>
                  <a:pt x="1660712" y="0"/>
                </a:cubicBezTo>
                <a:close/>
                <a:moveTo>
                  <a:pt x="1461426" y="1461426"/>
                </a:moveTo>
                <a:lnTo>
                  <a:pt x="332142" y="1461426"/>
                </a:lnTo>
                <a:lnTo>
                  <a:pt x="332142" y="332142"/>
                </a:lnTo>
                <a:lnTo>
                  <a:pt x="1461426" y="33214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5B95E523-41D1-03A0-FB5A-AD388852799C}"/>
              </a:ext>
            </a:extLst>
          </p:cNvPr>
          <p:cNvSpPr/>
          <p:nvPr/>
        </p:nvSpPr>
        <p:spPr>
          <a:xfrm rot="16200000">
            <a:off x="3216557" y="5675169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572F748F-2289-CDA0-8B20-66DE95D62D2B}"/>
              </a:ext>
            </a:extLst>
          </p:cNvPr>
          <p:cNvSpPr/>
          <p:nvPr/>
        </p:nvSpPr>
        <p:spPr>
          <a:xfrm rot="16200000">
            <a:off x="3216556" y="5193686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BD5DBD2B-AD71-7109-E695-492F08453E4D}"/>
              </a:ext>
            </a:extLst>
          </p:cNvPr>
          <p:cNvSpPr/>
          <p:nvPr/>
        </p:nvSpPr>
        <p:spPr>
          <a:xfrm rot="16200000">
            <a:off x="3216556" y="5434490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83689C74-A724-9304-4EE1-8A18D2726713}"/>
              </a:ext>
            </a:extLst>
          </p:cNvPr>
          <p:cNvSpPr/>
          <p:nvPr/>
        </p:nvSpPr>
        <p:spPr>
          <a:xfrm rot="16200000">
            <a:off x="3216557" y="6156524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0D1F5F2-FA28-893C-79CF-23D5CA7A6B3C}"/>
              </a:ext>
            </a:extLst>
          </p:cNvPr>
          <p:cNvSpPr/>
          <p:nvPr/>
        </p:nvSpPr>
        <p:spPr>
          <a:xfrm rot="16200000">
            <a:off x="3216557" y="6397200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4EBF4F2B-00EB-0459-AAC8-51232C0C56F0}"/>
              </a:ext>
            </a:extLst>
          </p:cNvPr>
          <p:cNvSpPr/>
          <p:nvPr/>
        </p:nvSpPr>
        <p:spPr>
          <a:xfrm rot="16200000">
            <a:off x="3216556" y="5915847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697A9CF2-DBC4-D5C7-2485-AC59DCFC6B84}"/>
              </a:ext>
            </a:extLst>
          </p:cNvPr>
          <p:cNvSpPr/>
          <p:nvPr/>
        </p:nvSpPr>
        <p:spPr>
          <a:xfrm>
            <a:off x="1722459" y="5488414"/>
            <a:ext cx="863569" cy="863569"/>
          </a:xfrm>
          <a:custGeom>
            <a:avLst/>
            <a:gdLst>
              <a:gd name="connsiteX0" fmla="*/ 0 w 863569"/>
              <a:gd name="connsiteY0" fmla="*/ 0 h 863569"/>
              <a:gd name="connsiteX1" fmla="*/ 863570 w 863569"/>
              <a:gd name="connsiteY1" fmla="*/ 0 h 863569"/>
              <a:gd name="connsiteX2" fmla="*/ 863570 w 863569"/>
              <a:gd name="connsiteY2" fmla="*/ 863570 h 863569"/>
              <a:gd name="connsiteX3" fmla="*/ 0 w 863569"/>
              <a:gd name="connsiteY3" fmla="*/ 863570 h 863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569" h="863569">
                <a:moveTo>
                  <a:pt x="0" y="0"/>
                </a:moveTo>
                <a:lnTo>
                  <a:pt x="863570" y="0"/>
                </a:lnTo>
                <a:lnTo>
                  <a:pt x="863570" y="863570"/>
                </a:lnTo>
                <a:lnTo>
                  <a:pt x="0" y="86357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2AAF75B6-08A7-0235-2F85-9CFF154A9D13}"/>
              </a:ext>
            </a:extLst>
          </p:cNvPr>
          <p:cNvSpPr/>
          <p:nvPr/>
        </p:nvSpPr>
        <p:spPr>
          <a:xfrm>
            <a:off x="1257459" y="5023414"/>
            <a:ext cx="1793568" cy="1793568"/>
          </a:xfrm>
          <a:custGeom>
            <a:avLst/>
            <a:gdLst>
              <a:gd name="connsiteX0" fmla="*/ 1660712 w 1793568"/>
              <a:gd name="connsiteY0" fmla="*/ 0 h 1793568"/>
              <a:gd name="connsiteX1" fmla="*/ 132857 w 1793568"/>
              <a:gd name="connsiteY1" fmla="*/ 0 h 1793568"/>
              <a:gd name="connsiteX2" fmla="*/ 0 w 1793568"/>
              <a:gd name="connsiteY2" fmla="*/ 132857 h 1793568"/>
              <a:gd name="connsiteX3" fmla="*/ 0 w 1793568"/>
              <a:gd name="connsiteY3" fmla="*/ 1660712 h 1793568"/>
              <a:gd name="connsiteX4" fmla="*/ 132857 w 1793568"/>
              <a:gd name="connsiteY4" fmla="*/ 1793568 h 1793568"/>
              <a:gd name="connsiteX5" fmla="*/ 1660712 w 1793568"/>
              <a:gd name="connsiteY5" fmla="*/ 1793568 h 1793568"/>
              <a:gd name="connsiteX6" fmla="*/ 1793568 w 1793568"/>
              <a:gd name="connsiteY6" fmla="*/ 1660712 h 1793568"/>
              <a:gd name="connsiteX7" fmla="*/ 1793568 w 1793568"/>
              <a:gd name="connsiteY7" fmla="*/ 132857 h 1793568"/>
              <a:gd name="connsiteX8" fmla="*/ 1660712 w 1793568"/>
              <a:gd name="connsiteY8" fmla="*/ 0 h 1793568"/>
              <a:gd name="connsiteX9" fmla="*/ 1461426 w 1793568"/>
              <a:gd name="connsiteY9" fmla="*/ 1461426 h 1793568"/>
              <a:gd name="connsiteX10" fmla="*/ 332142 w 1793568"/>
              <a:gd name="connsiteY10" fmla="*/ 1461426 h 1793568"/>
              <a:gd name="connsiteX11" fmla="*/ 332142 w 1793568"/>
              <a:gd name="connsiteY11" fmla="*/ 332142 h 1793568"/>
              <a:gd name="connsiteX12" fmla="*/ 1461426 w 1793568"/>
              <a:gd name="connsiteY12" fmla="*/ 332142 h 179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93568" h="1793568">
                <a:moveTo>
                  <a:pt x="1660712" y="0"/>
                </a:moveTo>
                <a:lnTo>
                  <a:pt x="132857" y="0"/>
                </a:lnTo>
                <a:cubicBezTo>
                  <a:pt x="59483" y="0"/>
                  <a:pt x="0" y="59483"/>
                  <a:pt x="0" y="132857"/>
                </a:cubicBezTo>
                <a:lnTo>
                  <a:pt x="0" y="1660712"/>
                </a:lnTo>
                <a:cubicBezTo>
                  <a:pt x="0" y="1734085"/>
                  <a:pt x="59483" y="1793568"/>
                  <a:pt x="132857" y="1793568"/>
                </a:cubicBezTo>
                <a:lnTo>
                  <a:pt x="1660712" y="1793568"/>
                </a:lnTo>
                <a:cubicBezTo>
                  <a:pt x="1734085" y="1793568"/>
                  <a:pt x="1793568" y="1734085"/>
                  <a:pt x="1793568" y="1660712"/>
                </a:cubicBezTo>
                <a:lnTo>
                  <a:pt x="1793568" y="132857"/>
                </a:lnTo>
                <a:cubicBezTo>
                  <a:pt x="1793568" y="59483"/>
                  <a:pt x="1734085" y="0"/>
                  <a:pt x="1660712" y="0"/>
                </a:cubicBezTo>
                <a:close/>
                <a:moveTo>
                  <a:pt x="1461426" y="1461426"/>
                </a:moveTo>
                <a:lnTo>
                  <a:pt x="332142" y="1461426"/>
                </a:lnTo>
                <a:lnTo>
                  <a:pt x="332142" y="332142"/>
                </a:lnTo>
                <a:lnTo>
                  <a:pt x="1461426" y="33214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67564DB7-FE9C-D2A0-4126-C9795830786B}"/>
              </a:ext>
            </a:extLst>
          </p:cNvPr>
          <p:cNvSpPr/>
          <p:nvPr/>
        </p:nvSpPr>
        <p:spPr>
          <a:xfrm rot="16200000">
            <a:off x="958532" y="5679271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D024C37F-FDF6-5FBC-7728-540167782480}"/>
              </a:ext>
            </a:extLst>
          </p:cNvPr>
          <p:cNvSpPr/>
          <p:nvPr/>
        </p:nvSpPr>
        <p:spPr>
          <a:xfrm rot="16200000">
            <a:off x="958531" y="519778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AF616A4E-CFDF-9A16-734F-5F5E263E5A0E}"/>
              </a:ext>
            </a:extLst>
          </p:cNvPr>
          <p:cNvSpPr/>
          <p:nvPr/>
        </p:nvSpPr>
        <p:spPr>
          <a:xfrm rot="16200000">
            <a:off x="958531" y="5438592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A0B183F2-BC24-674C-8C53-0277DBD0E3F6}"/>
              </a:ext>
            </a:extLst>
          </p:cNvPr>
          <p:cNvSpPr/>
          <p:nvPr/>
        </p:nvSpPr>
        <p:spPr>
          <a:xfrm rot="16200000">
            <a:off x="958532" y="6160626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97011A83-3C91-AF24-2156-1E061C6CEBCC}"/>
              </a:ext>
            </a:extLst>
          </p:cNvPr>
          <p:cNvSpPr/>
          <p:nvPr/>
        </p:nvSpPr>
        <p:spPr>
          <a:xfrm rot="16200000">
            <a:off x="958532" y="6401302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54B53E3F-6088-036A-EB8E-034727EFB1E4}"/>
              </a:ext>
            </a:extLst>
          </p:cNvPr>
          <p:cNvSpPr/>
          <p:nvPr/>
        </p:nvSpPr>
        <p:spPr>
          <a:xfrm rot="16200000">
            <a:off x="958531" y="5919949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0361843C-7796-5F27-8302-52A8AD2800D4}"/>
              </a:ext>
            </a:extLst>
          </p:cNvPr>
          <p:cNvSpPr/>
          <p:nvPr/>
        </p:nvSpPr>
        <p:spPr>
          <a:xfrm rot="16200000">
            <a:off x="622270" y="567516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51A88E2E-329E-BDD6-6107-2E8C91334F22}"/>
              </a:ext>
            </a:extLst>
          </p:cNvPr>
          <p:cNvSpPr/>
          <p:nvPr/>
        </p:nvSpPr>
        <p:spPr>
          <a:xfrm rot="16200000">
            <a:off x="622269" y="5193685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CDDB76E3-0CD3-C53B-A6FC-827C5235F291}"/>
              </a:ext>
            </a:extLst>
          </p:cNvPr>
          <p:cNvSpPr/>
          <p:nvPr/>
        </p:nvSpPr>
        <p:spPr>
          <a:xfrm rot="16200000">
            <a:off x="622269" y="5434489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A73F19D4-8661-0D81-949B-5FA13D0A2F34}"/>
              </a:ext>
            </a:extLst>
          </p:cNvPr>
          <p:cNvSpPr/>
          <p:nvPr/>
        </p:nvSpPr>
        <p:spPr>
          <a:xfrm rot="16200000">
            <a:off x="622270" y="6156523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64CA1309-164D-D7FC-37BB-EF9BF2A13259}"/>
              </a:ext>
            </a:extLst>
          </p:cNvPr>
          <p:cNvSpPr/>
          <p:nvPr/>
        </p:nvSpPr>
        <p:spPr>
          <a:xfrm rot="16200000">
            <a:off x="622270" y="6397199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1A808FF3-ED9F-619B-6549-76384C97E9AA}"/>
              </a:ext>
            </a:extLst>
          </p:cNvPr>
          <p:cNvSpPr/>
          <p:nvPr/>
        </p:nvSpPr>
        <p:spPr>
          <a:xfrm rot="16200000">
            <a:off x="622269" y="5915846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1ED5DAD1-4947-2F5A-C688-136D5EF3D6F6}"/>
              </a:ext>
            </a:extLst>
          </p:cNvPr>
          <p:cNvSpPr/>
          <p:nvPr/>
        </p:nvSpPr>
        <p:spPr>
          <a:xfrm rot="16200000">
            <a:off x="286009" y="5675167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25B4F223-B4D5-C5BB-AE73-FC8A15F2977B}"/>
              </a:ext>
            </a:extLst>
          </p:cNvPr>
          <p:cNvSpPr/>
          <p:nvPr/>
        </p:nvSpPr>
        <p:spPr>
          <a:xfrm rot="16200000">
            <a:off x="286008" y="5193684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502B4B1-67E0-FD96-EB2D-2F9A52CDB9D1}"/>
              </a:ext>
            </a:extLst>
          </p:cNvPr>
          <p:cNvSpPr/>
          <p:nvPr/>
        </p:nvSpPr>
        <p:spPr>
          <a:xfrm rot="16200000">
            <a:off x="286008" y="543448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8BB44E0-DFCF-C40E-12D2-E8A71179BA50}"/>
              </a:ext>
            </a:extLst>
          </p:cNvPr>
          <p:cNvSpPr/>
          <p:nvPr/>
        </p:nvSpPr>
        <p:spPr>
          <a:xfrm rot="16200000">
            <a:off x="286009" y="6156522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B26B069-36F7-86C3-D7D2-DB0827646F78}"/>
              </a:ext>
            </a:extLst>
          </p:cNvPr>
          <p:cNvSpPr/>
          <p:nvPr/>
        </p:nvSpPr>
        <p:spPr>
          <a:xfrm rot="16200000">
            <a:off x="286009" y="6397198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92EE404B-F663-CC3D-0491-280D7DED8158}"/>
              </a:ext>
            </a:extLst>
          </p:cNvPr>
          <p:cNvSpPr/>
          <p:nvPr/>
        </p:nvSpPr>
        <p:spPr>
          <a:xfrm rot="16200000">
            <a:off x="286008" y="5915845"/>
            <a:ext cx="132856" cy="232499"/>
          </a:xfrm>
          <a:custGeom>
            <a:avLst/>
            <a:gdLst>
              <a:gd name="connsiteX0" fmla="*/ 0 w 132856"/>
              <a:gd name="connsiteY0" fmla="*/ 0 h 232499"/>
              <a:gd name="connsiteX1" fmla="*/ 132857 w 132856"/>
              <a:gd name="connsiteY1" fmla="*/ 0 h 232499"/>
              <a:gd name="connsiteX2" fmla="*/ 132857 w 132856"/>
              <a:gd name="connsiteY2" fmla="*/ 232500 h 232499"/>
              <a:gd name="connsiteX3" fmla="*/ 0 w 132856"/>
              <a:gd name="connsiteY3" fmla="*/ 232500 h 23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856" h="232499">
                <a:moveTo>
                  <a:pt x="0" y="0"/>
                </a:moveTo>
                <a:lnTo>
                  <a:pt x="132857" y="0"/>
                </a:lnTo>
                <a:lnTo>
                  <a:pt x="132857" y="232500"/>
                </a:lnTo>
                <a:lnTo>
                  <a:pt x="0" y="2325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31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Subtitle 2">
            <a:extLst>
              <a:ext uri="{FF2B5EF4-FFF2-40B4-BE49-F238E27FC236}">
                <a16:creationId xmlns:a16="http://schemas.microsoft.com/office/drawing/2014/main" id="{33301ECF-D0E2-701A-6E5C-052D0F0F5FFA}"/>
              </a:ext>
            </a:extLst>
          </p:cNvPr>
          <p:cNvSpPr txBox="1">
            <a:spLocks/>
          </p:cNvSpPr>
          <p:nvPr/>
        </p:nvSpPr>
        <p:spPr>
          <a:xfrm>
            <a:off x="547304" y="3218513"/>
            <a:ext cx="9144000" cy="482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First Date: 6/26/25</a:t>
            </a:r>
          </a:p>
        </p:txBody>
      </p:sp>
    </p:spTree>
    <p:extLst>
      <p:ext uri="{BB962C8B-B14F-4D97-AF65-F5344CB8AC3E}">
        <p14:creationId xmlns:p14="http://schemas.microsoft.com/office/powerpoint/2010/main" val="555969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13E37-A5E2-EBF2-072A-EFC2A422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32335-0FC9-A715-E05B-669F34F94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EE9A-63FC-9BAF-777E-5D0DFBA28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Attrition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Lack of meaningful engagement leads to work becoming something to escape from.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8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Stagnation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Lack of anywhere to grow towards long term makes for poor career planning.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8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Grind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Burnout. Some members of the team shoulder the slack for others, and in doing so lose long term stability.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7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4EF99-2AB8-120A-5D23-5BE44031D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6" y="12825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Solution: </a:t>
            </a: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Pirouette Framework’s </a:t>
            </a:r>
            <a:r>
              <a:rPr lang="en-US" dirty="0">
                <a:solidFill>
                  <a:schemeClr val="accent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Resonant Organization</a:t>
            </a:r>
          </a:p>
        </p:txBody>
      </p:sp>
      <p:pic>
        <p:nvPicPr>
          <p:cNvPr id="4" name="Graphic 3" descr="Circular flowchart outline">
            <a:extLst>
              <a:ext uri="{FF2B5EF4-FFF2-40B4-BE49-F238E27FC236}">
                <a16:creationId xmlns:a16="http://schemas.microsoft.com/office/drawing/2014/main" id="{63CA6E8E-29DC-8CA9-9576-05ABC647A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1397" y="449933"/>
            <a:ext cx="5701094" cy="5701094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1F840B3-F5F1-6B6F-D513-B892133731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466" y="1453821"/>
            <a:ext cx="799456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Inspired by Physics, Designed for Business: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The Pirouette Framework models teams not as cogs in a machine,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but as resonant systems that can self-tune.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From Top-Down Control to Triaxial Alignment: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Instead of imposing rigid processes, we align teams along three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core principles to achieve a state of collective "flow."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The Goal - Freedom in Fractal Scalability: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Create teams that are like Lego blocks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Modular, stable, and able to combine into larger structures without breaking.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617E5-A1DC-B9A0-6AFD-41F53905ECBB}"/>
              </a:ext>
            </a:extLst>
          </p:cNvPr>
          <p:cNvSpPr txBox="1"/>
          <p:nvPr/>
        </p:nvSpPr>
        <p:spPr>
          <a:xfrm>
            <a:off x="8108027" y="4068845"/>
            <a:ext cx="266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chemeClr val="bg1">
                    <a:lumMod val="85000"/>
                  </a:schemeClr>
                </a:solidFill>
              </a:rPr>
              <a:t>Γ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2A673-7CFC-3BED-EB84-8A98EE1F4952}"/>
                  </a:ext>
                </a:extLst>
              </p:cNvPr>
              <p:cNvSpPr txBox="1"/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2A673-7CFC-3BED-EB84-8A98EE1F4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0FFED3-AFC0-D09A-6077-25826E2B4F6A}"/>
                  </a:ext>
                </a:extLst>
              </p:cNvPr>
              <p:cNvSpPr txBox="1"/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0FFED3-AFC0-D09A-6077-25826E2B4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06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925BE-438C-E5BD-CA91-D629FD12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4C3C-ADE7-DFDB-389F-21A20FC7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6" y="12825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Attrition: We solve it with </a:t>
            </a:r>
            <a:r>
              <a:rPr lang="en-US" dirty="0">
                <a:solidFill>
                  <a:srgbClr val="D45EC6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Accessibility</a:t>
            </a:r>
          </a:p>
        </p:txBody>
      </p:sp>
      <p:pic>
        <p:nvPicPr>
          <p:cNvPr id="4" name="Graphic 3" descr="Circular flowchart outline">
            <a:extLst>
              <a:ext uri="{FF2B5EF4-FFF2-40B4-BE49-F238E27FC236}">
                <a16:creationId xmlns:a16="http://schemas.microsoft.com/office/drawing/2014/main" id="{DEA9A747-6693-8AA8-A3C0-45D712B50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1397" y="449933"/>
            <a:ext cx="5701094" cy="5701094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44140C6-5CF3-781F-FDCE-208B295B12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466" y="1730820"/>
            <a:ext cx="750653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Technology: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The new application interface being developed for live production gives new visibility, tools and features for allowing focus on workflow.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People: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Each representative, agent or conversationalist has a role, place and function within our network of people.</a:t>
            </a:r>
            <a:endParaRPr lang="en-US" altLang="en-US" sz="1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Shared Vision: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Aligning Agent goals to our own drives efficiency. By aligning the agent goal more closely with our needs we invite success.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B955E0-9B87-0D8D-47DD-7647DA89B9BD}"/>
              </a:ext>
            </a:extLst>
          </p:cNvPr>
          <p:cNvSpPr txBox="1"/>
          <p:nvPr/>
        </p:nvSpPr>
        <p:spPr>
          <a:xfrm>
            <a:off x="8108027" y="4068845"/>
            <a:ext cx="266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chemeClr val="bg1">
                    <a:lumMod val="85000"/>
                  </a:schemeClr>
                </a:solidFill>
              </a:rPr>
              <a:t>Γ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744F84-4EFA-EDDF-700C-CD757E371EF7}"/>
                  </a:ext>
                </a:extLst>
              </p:cNvPr>
              <p:cNvSpPr txBox="1"/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744F84-4EFA-EDDF-700C-CD757E371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80A851-1D46-B8DF-BFA0-A51259614D54}"/>
                  </a:ext>
                </a:extLst>
              </p:cNvPr>
              <p:cNvSpPr txBox="1"/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80A851-1D46-B8DF-BFA0-A51259614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87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490E1-81FB-9EA3-0E19-BF0018FEE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C947-FCAF-94F1-0675-A6D40A94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6" y="12825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Stagnation: We solve it with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Pathways</a:t>
            </a:r>
          </a:p>
        </p:txBody>
      </p:sp>
      <p:pic>
        <p:nvPicPr>
          <p:cNvPr id="4" name="Graphic 3" descr="Circular flowchart outline">
            <a:extLst>
              <a:ext uri="{FF2B5EF4-FFF2-40B4-BE49-F238E27FC236}">
                <a16:creationId xmlns:a16="http://schemas.microsoft.com/office/drawing/2014/main" id="{9DCC5AE1-C344-98EC-8A44-2D73FA464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1397" y="449933"/>
            <a:ext cx="5701094" cy="5701094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6299960-D068-09CB-54EF-D42A86E9B5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467" y="1869318"/>
            <a:ext cx="755530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We stratify our CSRs into Nodules: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This allows for there to be additional promotion structure. Imagine CSR I, II and III.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We classify stratifications as roles: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This means we promote based on ability, and ability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We collect our opportunities: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Create sales “clusters” of products we can arm outbound or inbound sales teams with.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2E139-C228-EF29-9225-407A22B908F5}"/>
              </a:ext>
            </a:extLst>
          </p:cNvPr>
          <p:cNvSpPr txBox="1"/>
          <p:nvPr/>
        </p:nvSpPr>
        <p:spPr>
          <a:xfrm>
            <a:off x="8108027" y="4068845"/>
            <a:ext cx="266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chemeClr val="bg1">
                    <a:lumMod val="85000"/>
                  </a:schemeClr>
                </a:solidFill>
              </a:rPr>
              <a:t>Γ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63A0B7-DB9B-BDF3-CCB7-90E5DCAA36EA}"/>
                  </a:ext>
                </a:extLst>
              </p:cNvPr>
              <p:cNvSpPr txBox="1"/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63A0B7-DB9B-BDF3-CCB7-90E5DCAA3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26CE42-46CC-4F55-893C-B4977775A7ED}"/>
                  </a:ext>
                </a:extLst>
              </p:cNvPr>
              <p:cNvSpPr txBox="1"/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26CE42-46CC-4F55-893C-B4977775A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2367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1302D6-E327-F3EB-CB24-28FAE3912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2233-980B-3921-EFF9-6B7D9B3E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6" y="12825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Grind: We solve it with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Coherence</a:t>
            </a:r>
          </a:p>
        </p:txBody>
      </p:sp>
      <p:pic>
        <p:nvPicPr>
          <p:cNvPr id="4" name="Graphic 3" descr="Circular flowchart outline">
            <a:extLst>
              <a:ext uri="{FF2B5EF4-FFF2-40B4-BE49-F238E27FC236}">
                <a16:creationId xmlns:a16="http://schemas.microsoft.com/office/drawing/2014/main" id="{09898B1A-841D-82C7-0C18-C4FB6AD58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1397" y="449933"/>
            <a:ext cx="5701094" cy="5701094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CDF065D-5FF9-A470-11A7-2BD539C422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466" y="1730820"/>
            <a:ext cx="736147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Friction becomes an ally: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When goals are aligned friction faces the same direction, reducing our workload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 by having agents solve problems in bite-sizes.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Goals become mazes, not mountains: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By making training, QA and even call flow “laminar” through manipulating physics, we can achieve things that look impossible.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Gathering knowledge becomes gravity: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Setting up processes that naturally harvest the rich data landscape we inhabit makes Ttec a data broker without having to use client APIs.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81E33-F9E5-1E45-F14E-83E2DBF716DE}"/>
              </a:ext>
            </a:extLst>
          </p:cNvPr>
          <p:cNvSpPr txBox="1"/>
          <p:nvPr/>
        </p:nvSpPr>
        <p:spPr>
          <a:xfrm>
            <a:off x="8108027" y="4068845"/>
            <a:ext cx="266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chemeClr val="bg1">
                    <a:lumMod val="85000"/>
                  </a:schemeClr>
                </a:solidFill>
              </a:rPr>
              <a:t>Γ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2642A7-82A7-594A-48FB-171D2B4CBC4B}"/>
                  </a:ext>
                </a:extLst>
              </p:cNvPr>
              <p:cNvSpPr txBox="1"/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2642A7-82A7-594A-48FB-171D2B4CB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CC04FA-605A-F71F-A5BB-33853D88D6C6}"/>
                  </a:ext>
                </a:extLst>
              </p:cNvPr>
              <p:cNvSpPr txBox="1"/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CC04FA-605A-F71F-A5BB-33853D88D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9640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B83D25-760E-3331-EA68-32D1241CF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2D8F-AD4E-ECF0-7BFC-E0DB40FD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Structure: Modular Teams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2392049-7306-7F13-A497-D5562A7F2E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921128"/>
            <a:ext cx="510595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Self-Correcting Unit: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It trains itself, integrates itself, QAs itself. </a:t>
            </a:r>
            <a:endParaRPr lang="en-US" altLang="en-US" sz="1800" dirty="0">
              <a:solidFill>
                <a:schemeClr val="bg1">
                  <a:lumMod val="8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Interface Nodule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Traditional “TL” but more like “Lead Agent” in scope.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Feedback Nodule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Metrics, Measurement and Motive.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Core Nodule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Drive the work. Produce sales. Keep adherence high.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srgbClr val="F1A57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Support Nodule</a:t>
            </a:r>
            <a:r>
              <a:rPr lang="en-US" altLang="en-US" sz="1800" b="1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Train, Evaluate and Uplift the Team.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Fractal by Design: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This 7-person pattern is the fundamental unit that replicates across the organization, ensuring coherence as you scale.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E38B5AD-29A5-64C0-393F-71112BFC1D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795251"/>
              </p:ext>
            </p:extLst>
          </p:nvPr>
        </p:nvGraphicFramePr>
        <p:xfrm>
          <a:off x="5105957" y="470659"/>
          <a:ext cx="6948106" cy="6317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1259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01792-F75E-5DA6-7082-51E438315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6B6D7-8707-C032-181C-47B7CC0D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Explanation: The Pirouette Framework</a:t>
            </a:r>
          </a:p>
        </p:txBody>
      </p:sp>
      <p:pic>
        <p:nvPicPr>
          <p:cNvPr id="4" name="Graphic 3" descr="Circular flowchart outline">
            <a:extLst>
              <a:ext uri="{FF2B5EF4-FFF2-40B4-BE49-F238E27FC236}">
                <a16:creationId xmlns:a16="http://schemas.microsoft.com/office/drawing/2014/main" id="{65A5E039-57E8-9A72-81CA-F61C8AF5A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1397" y="449933"/>
            <a:ext cx="5701094" cy="5701094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CCB8F09-1345-858A-B0F3-32FEA1C93C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448" y="1917133"/>
            <a:ext cx="7675691" cy="3638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  <a:defRPr sz="1800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Pirouette Framework is a Physics‑inspired model of coherent systems.</a:t>
            </a:r>
          </a:p>
          <a:p>
            <a:pPr>
              <a:defRPr sz="1800"/>
            </a:pPr>
            <a:endParaRPr lang="en-US" dirty="0">
              <a:solidFill>
                <a:schemeClr val="bg1">
                  <a:lumMod val="8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  <a:defRPr sz="1800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Three core parameters govern dynamics:</a:t>
            </a:r>
          </a:p>
          <a:p>
            <a:pPr>
              <a:defRPr sz="1800"/>
            </a:pP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Time‑Adherence (Tₐ)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temporal coherence</a:t>
            </a:r>
          </a:p>
          <a:p>
            <a:pPr>
              <a:defRPr sz="1800"/>
            </a:pP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Gladiator Force (</a:t>
            </a:r>
            <a:r>
              <a:rPr lang="el-GR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Γ) </a:t>
            </a:r>
            <a:r>
              <a:rPr lang="el-GR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–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boundary permeability</a:t>
            </a:r>
          </a:p>
          <a:p>
            <a:pPr>
              <a:defRPr sz="1800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 (Kᵢ)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– intrinsic rhythm / cycle</a:t>
            </a:r>
          </a:p>
          <a:p>
            <a:pPr>
              <a:defRPr sz="1800"/>
            </a:pPr>
            <a:endParaRPr lang="en-US" dirty="0">
              <a:solidFill>
                <a:schemeClr val="bg1">
                  <a:lumMod val="8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  <a:defRPr sz="1800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business, these map to 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execution cadence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structural agility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growth cycles</a:t>
            </a:r>
          </a:p>
          <a:p>
            <a:pPr marL="0" indent="0">
              <a:buNone/>
              <a:defRPr sz="1800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There are math equations assigned to the measurement of each. Detail can be provided (too much).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4466A-AEF2-E14F-66D6-782878E06553}"/>
              </a:ext>
            </a:extLst>
          </p:cNvPr>
          <p:cNvSpPr txBox="1"/>
          <p:nvPr/>
        </p:nvSpPr>
        <p:spPr>
          <a:xfrm>
            <a:off x="8108027" y="4068845"/>
            <a:ext cx="266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Γ</a:t>
            </a:r>
            <a:endParaRPr lang="en-US" sz="28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0BE075-1908-8406-AA8F-8329022B59AC}"/>
                  </a:ext>
                </a:extLst>
              </p:cNvPr>
              <p:cNvSpPr txBox="1"/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0BE075-1908-8406-AA8F-8329022B5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3EE827-ABBD-85BC-4828-B9268B5512F0}"/>
                  </a:ext>
                </a:extLst>
              </p:cNvPr>
              <p:cNvSpPr txBox="1"/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5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5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5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accent5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3EE827-ABBD-85BC-4828-B9268B551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1250123-C2D5-51A3-D70C-8DA1F2B5607D}"/>
              </a:ext>
            </a:extLst>
          </p:cNvPr>
          <p:cNvSpPr txBox="1"/>
          <p:nvPr/>
        </p:nvSpPr>
        <p:spPr>
          <a:xfrm>
            <a:off x="8556269" y="3484070"/>
            <a:ext cx="1656697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Gladiator Force</a:t>
            </a:r>
          </a:p>
          <a:p>
            <a:r>
              <a:rPr lang="en-US" sz="10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(structural agility)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31CF0-DCC3-22F7-7317-0E40CE5D0C4A}"/>
              </a:ext>
            </a:extLst>
          </p:cNvPr>
          <p:cNvSpPr txBox="1"/>
          <p:nvPr/>
        </p:nvSpPr>
        <p:spPr>
          <a:xfrm>
            <a:off x="8970546" y="2319724"/>
            <a:ext cx="194140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Time Adherence</a:t>
            </a:r>
          </a:p>
          <a:p>
            <a:r>
              <a:rPr lang="en-US" sz="1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(execution cadence)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F98C0-F5B3-98B3-D026-E047785448B6}"/>
              </a:ext>
            </a:extLst>
          </p:cNvPr>
          <p:cNvSpPr txBox="1"/>
          <p:nvPr/>
        </p:nvSpPr>
        <p:spPr>
          <a:xfrm>
            <a:off x="9671618" y="4235375"/>
            <a:ext cx="1509173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</a:t>
            </a:r>
          </a:p>
          <a:p>
            <a:r>
              <a:rPr lang="en-US" sz="1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(Growth Cycles)</a:t>
            </a:r>
          </a:p>
        </p:txBody>
      </p:sp>
    </p:spTree>
    <p:extLst>
      <p:ext uri="{BB962C8B-B14F-4D97-AF65-F5344CB8AC3E}">
        <p14:creationId xmlns:p14="http://schemas.microsoft.com/office/powerpoint/2010/main" val="3019806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2FEE2-3204-E2E9-5868-905BFCAE8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3033E-3590-60B4-66A0-E2B3BD58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Explanation: The Pirouette Framework</a:t>
            </a:r>
          </a:p>
        </p:txBody>
      </p:sp>
      <p:pic>
        <p:nvPicPr>
          <p:cNvPr id="4" name="Graphic 3" descr="Circular flowchart outline">
            <a:extLst>
              <a:ext uri="{FF2B5EF4-FFF2-40B4-BE49-F238E27FC236}">
                <a16:creationId xmlns:a16="http://schemas.microsoft.com/office/drawing/2014/main" id="{38EAB566-0871-A08A-F726-0E9563E98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1397" y="449933"/>
            <a:ext cx="5701094" cy="57010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B6E66B-D985-155C-4BB2-03C85BF13FA1}"/>
              </a:ext>
            </a:extLst>
          </p:cNvPr>
          <p:cNvSpPr txBox="1"/>
          <p:nvPr/>
        </p:nvSpPr>
        <p:spPr>
          <a:xfrm>
            <a:off x="8108027" y="4068845"/>
            <a:ext cx="266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Γ</a:t>
            </a:r>
            <a:endParaRPr lang="en-US" sz="28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FDBF9C-9BAF-7FFF-F205-4B67D8230FCD}"/>
                  </a:ext>
                </a:extLst>
              </p:cNvPr>
              <p:cNvSpPr txBox="1"/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FDBF9C-9BAF-7FFF-F205-4B67D8230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0222DC-4D3A-7212-3BC9-B4267CC7A8A9}"/>
                  </a:ext>
                </a:extLst>
              </p:cNvPr>
              <p:cNvSpPr txBox="1"/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5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5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5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accent5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0222DC-4D3A-7212-3BC9-B4267CC7A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5A3ED22-5DB1-5C15-94E6-B9F8A8892C50}"/>
              </a:ext>
            </a:extLst>
          </p:cNvPr>
          <p:cNvSpPr txBox="1"/>
          <p:nvPr/>
        </p:nvSpPr>
        <p:spPr>
          <a:xfrm>
            <a:off x="8556269" y="3484070"/>
            <a:ext cx="1656697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Gladiator Force</a:t>
            </a:r>
          </a:p>
          <a:p>
            <a:r>
              <a:rPr lang="en-US" sz="10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(structural agility)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70B25-C71C-7620-C56D-B60EF58B42B3}"/>
              </a:ext>
            </a:extLst>
          </p:cNvPr>
          <p:cNvSpPr txBox="1"/>
          <p:nvPr/>
        </p:nvSpPr>
        <p:spPr>
          <a:xfrm>
            <a:off x="8970546" y="2319724"/>
            <a:ext cx="194140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Time Adherence</a:t>
            </a:r>
          </a:p>
          <a:p>
            <a:r>
              <a:rPr lang="en-US" sz="1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(execution cadence)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3C104A-27DF-8970-1CB6-3552084AABDB}"/>
              </a:ext>
            </a:extLst>
          </p:cNvPr>
          <p:cNvSpPr txBox="1"/>
          <p:nvPr/>
        </p:nvSpPr>
        <p:spPr>
          <a:xfrm>
            <a:off x="9671618" y="4235375"/>
            <a:ext cx="1509173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</a:t>
            </a:r>
          </a:p>
          <a:p>
            <a:r>
              <a:rPr lang="en-US" sz="1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(Growth Cycles)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7138D6A9-E77E-1B58-2F72-D57198D4FC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2682" y="1722049"/>
            <a:ext cx="729770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Time-Adherence: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Workflow Coherence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	The Question: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Are we hitting every green light,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or are we stuck in traffic?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	The Metric: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Measures process efficiency and eliminates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systemic "wait"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Gladiator Force: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Modular Cohesion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	The Question: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Are our team's walls windows or barriers?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i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	T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he Metric: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Balances team identity with cross-functional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		collaboration, preventing silos.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Ki: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Feedback Cadence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	The Question: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What is our team's natural heartbeat?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	The Metric: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Sets the optimal rhythm for work, feedback,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		and planning cycles (e.g., weekly, biweekly sprints).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274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54891-49B2-F75A-0596-F1929D6E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A565-3CAA-C5C6-3EC8-AF0CC138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What’s In It For Me?</a:t>
            </a:r>
          </a:p>
        </p:txBody>
      </p:sp>
      <p:pic>
        <p:nvPicPr>
          <p:cNvPr id="4" name="Graphic 3" descr="Circular flowchart outline">
            <a:extLst>
              <a:ext uri="{FF2B5EF4-FFF2-40B4-BE49-F238E27FC236}">
                <a16:creationId xmlns:a16="http://schemas.microsoft.com/office/drawing/2014/main" id="{B5D6EF46-8A5F-8BF4-E082-DA0B87A62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1397" y="449933"/>
            <a:ext cx="5701094" cy="57010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AB28A075-42B3-8D90-19B7-894C2E19ECC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113466" y="2035822"/>
                <a:ext cx="6797931" cy="35574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 dirty="0">
                    <a:solidFill>
                      <a:schemeClr val="bg1">
                        <a:lumMod val="85000"/>
                      </a:schemeClr>
                    </a:solidFill>
                  </a:rPr>
                  <a:t>A developed, working application for live call transcription, sales advice and connectivity facilitation</a:t>
                </a:r>
              </a:p>
              <a:p>
                <a:endParaRPr lang="en-US" sz="14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r>
                  <a:rPr lang="en-US" sz="1800" dirty="0">
                    <a:solidFill>
                      <a:schemeClr val="bg1">
                        <a:lumMod val="85000"/>
                      </a:schemeClr>
                    </a:solidFill>
                  </a:rPr>
                  <a:t>Pathways to solutions for the industry’s biggest headaches</a:t>
                </a:r>
              </a:p>
              <a:p>
                <a:endParaRPr lang="en-US" sz="18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Resonant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self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reinforcing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structure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your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teams</m:t>
                    </m:r>
                  </m:oMath>
                </a14:m>
                <a:endParaRPr lang="en-US" sz="1800" b="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endParaRPr lang="en-US" sz="18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New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sales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offerings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Ttec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agent</m:t>
                    </m:r>
                    <m: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CRM</m:t>
                    </m:r>
                  </m:oMath>
                </a14:m>
                <a:endParaRPr lang="en-US" sz="1800" b="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endParaRPr lang="en-US" sz="1800" b="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r>
                  <a:rPr lang="en-US" sz="1800" dirty="0">
                    <a:solidFill>
                      <a:schemeClr val="bg1">
                        <a:lumMod val="85000"/>
                      </a:schemeClr>
                    </a:solidFill>
                  </a:rPr>
                  <a:t>A brand-new approach to solving problems in business</a:t>
                </a:r>
              </a:p>
            </p:txBody>
          </p:sp>
        </mc:Choice>
        <mc:Fallback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AB28A075-42B3-8D90-19B7-894C2E19EC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13466" y="2035822"/>
                <a:ext cx="6797931" cy="3557449"/>
              </a:xfrm>
              <a:prstGeom prst="rect">
                <a:avLst/>
              </a:prstGeom>
              <a:blipFill>
                <a:blip r:embed="rId4"/>
                <a:stretch>
                  <a:fillRect l="-628" t="-1199" b="-239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C6C43E1-7A2D-82A0-FB62-57585762D335}"/>
              </a:ext>
            </a:extLst>
          </p:cNvPr>
          <p:cNvSpPr txBox="1"/>
          <p:nvPr/>
        </p:nvSpPr>
        <p:spPr>
          <a:xfrm>
            <a:off x="8108027" y="4068845"/>
            <a:ext cx="266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chemeClr val="bg1">
                    <a:lumMod val="85000"/>
                  </a:schemeClr>
                </a:solidFill>
              </a:rPr>
              <a:t>Γ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9F3B96-0992-9AD0-B563-E176AA0CF230}"/>
                  </a:ext>
                </a:extLst>
              </p:cNvPr>
              <p:cNvSpPr txBox="1"/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9F3B96-0992-9AD0-B563-E176AA0CF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687633-63CB-28E0-69BD-C53AC33AE2C5}"/>
                  </a:ext>
                </a:extLst>
              </p:cNvPr>
              <p:cNvSpPr txBox="1"/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687633-63CB-28E0-69BD-C53AC33AE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068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C0516-A64D-3B37-E07C-5183C2DB6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77901-6AFA-8B13-90FD-12CC63F72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What’s the Ask?</a:t>
            </a:r>
          </a:p>
        </p:txBody>
      </p:sp>
      <p:pic>
        <p:nvPicPr>
          <p:cNvPr id="4" name="Graphic 3" descr="Circular flowchart outline">
            <a:extLst>
              <a:ext uri="{FF2B5EF4-FFF2-40B4-BE49-F238E27FC236}">
                <a16:creationId xmlns:a16="http://schemas.microsoft.com/office/drawing/2014/main" id="{CCDFDE9B-C037-A30E-FFF3-E2527C472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1397" y="449933"/>
            <a:ext cx="5701094" cy="57010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B9C7D9-6164-7E1D-928E-6C6C48509703}"/>
              </a:ext>
            </a:extLst>
          </p:cNvPr>
          <p:cNvSpPr txBox="1"/>
          <p:nvPr/>
        </p:nvSpPr>
        <p:spPr>
          <a:xfrm>
            <a:off x="8108027" y="4068845"/>
            <a:ext cx="266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chemeClr val="bg1">
                    <a:lumMod val="85000"/>
                  </a:schemeClr>
                </a:solidFill>
              </a:rPr>
              <a:t>Γ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9465B2-D126-841F-696B-3543BA20F5E3}"/>
                  </a:ext>
                </a:extLst>
              </p:cNvPr>
              <p:cNvSpPr txBox="1"/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9465B2-D126-841F-696B-3543BA20F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B1FC89-A6B1-1163-D63E-EAE149AB3CBC}"/>
                  </a:ext>
                </a:extLst>
              </p:cNvPr>
              <p:cNvSpPr txBox="1"/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B1FC89-A6B1-1163-D63E-EAE149AB3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88E03A10-C98C-FB31-0FAD-EA1A411772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714" y="2106604"/>
            <a:ext cx="632813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Select: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Choose one outbound sales Frame (7 people).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2. Baseline: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Measure initial Ta/Γ/Ki metrics on Day 1.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3. Implement: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Phase 1 (Unwinding):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isseminate roles to the team, allow settling.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Phase 2 (Winding):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Tune the team’s dynamic through iterative control of feedback analytics.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4. Review &amp; Iterate: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Measure progress and review results on Day 15 and Day 30.</a:t>
            </a:r>
          </a:p>
        </p:txBody>
      </p:sp>
    </p:spTree>
    <p:extLst>
      <p:ext uri="{BB962C8B-B14F-4D97-AF65-F5344CB8AC3E}">
        <p14:creationId xmlns:p14="http://schemas.microsoft.com/office/powerpoint/2010/main" val="3518398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524D0-4B92-026E-4E69-7EC450177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AA61-FE74-3CA9-2CA4-E4027EB2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Questions?</a:t>
            </a:r>
          </a:p>
        </p:txBody>
      </p:sp>
      <p:pic>
        <p:nvPicPr>
          <p:cNvPr id="4" name="Graphic 3" descr="Circular flowchart outline">
            <a:extLst>
              <a:ext uri="{FF2B5EF4-FFF2-40B4-BE49-F238E27FC236}">
                <a16:creationId xmlns:a16="http://schemas.microsoft.com/office/drawing/2014/main" id="{5467CACA-EEB9-2D44-0745-CFF34FB13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1397" y="449933"/>
            <a:ext cx="5701094" cy="57010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5A13AA-BD05-0693-B5A6-8CDC066238F1}"/>
              </a:ext>
            </a:extLst>
          </p:cNvPr>
          <p:cNvSpPr txBox="1"/>
          <p:nvPr/>
        </p:nvSpPr>
        <p:spPr>
          <a:xfrm>
            <a:off x="8108027" y="4068845"/>
            <a:ext cx="266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chemeClr val="bg1">
                    <a:lumMod val="85000"/>
                  </a:schemeClr>
                </a:solidFill>
              </a:rPr>
              <a:t>Γ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FED999-E184-F352-A693-B175033D39D5}"/>
                  </a:ext>
                </a:extLst>
              </p:cNvPr>
              <p:cNvSpPr txBox="1"/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FED999-E184-F352-A693-B175033D3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618" y="1513886"/>
                <a:ext cx="754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18E928-3F8A-70B7-722B-53BF55D5A2A3}"/>
                  </a:ext>
                </a:extLst>
              </p:cNvPr>
              <p:cNvSpPr txBox="1"/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18E928-3F8A-70B7-722B-53BF55D5A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955" y="4068845"/>
                <a:ext cx="754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525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DE777-7281-ECA7-BEC6-6589EF2E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3C21-EB3A-9563-ED71-E975D1292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2763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 Day in the Life: The Rhythm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73F3F6-69FA-0E9D-DB7F-08B613345A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671691"/>
            <a:ext cx="10145168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08:30 Morning Huddle (15 min):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Whole team sync – review yesterday’s results, set daily game plan collaboratively. Team chooses a lunch period.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(Establishes the day’s rhythm)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09:00–11:30 Focus Block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All sellers on calls;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(All “in flow” – minimal interruptions.)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11:30 Quick Stand-up (5 min):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Share any urgent findings. If calls going great, keep it up; if not, adjust scripts or targeting.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(Immediate feedback loop.)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i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11:40 – 12:00 Prep &amp; QA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: support researching next prospects; feedback watching/ taking live stats; Interface and support researching leads for Core to call.</a:t>
            </a: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13:00–15:30 Focus Block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Continue outreach. Everyone knows their role for this block; same intensity, same coordination.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15:30 Debrief &amp; QA: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Short meeting to recap wins/challenges. Support starts prepping for tomorrow (e.g., compile new lead list). Feedback analyst updates the dashboard and flags anything for manager’s attention.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End of Day: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Team closes together – all updates done, no loose ends.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(Team “closes the loop” to be ready for next cycle.)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Breaks are team determined on a schedule. Higher sales/ adherence pick slots at priority.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937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1959</TotalTime>
  <Words>1173</Words>
  <Application>Microsoft Office PowerPoint</Application>
  <PresentationFormat>Widescreen</PresentationFormat>
  <Paragraphs>169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 Light</vt:lpstr>
      <vt:lpstr>Cambria Math</vt:lpstr>
      <vt:lpstr>Office Theme</vt:lpstr>
      <vt:lpstr>A New Way to Work</vt:lpstr>
      <vt:lpstr>The Problems</vt:lpstr>
      <vt:lpstr>The Solution: The Pirouette Framework’s Resonant Organization</vt:lpstr>
      <vt:lpstr>The Attrition: We solve it with Accessibility</vt:lpstr>
      <vt:lpstr>The Stagnation: We solve it with Pathways</vt:lpstr>
      <vt:lpstr>The Grind: We solve it with Coherence</vt:lpstr>
      <vt:lpstr>The Structure: Modular Teams</vt:lpstr>
      <vt:lpstr>Explanation: The Pirouette Framework</vt:lpstr>
      <vt:lpstr>Explanation: The Pirouette Framework</vt:lpstr>
      <vt:lpstr>What’s In It For Me?</vt:lpstr>
      <vt:lpstr>What’s the Ask?</vt:lpstr>
      <vt:lpstr>Questions?</vt:lpstr>
      <vt:lpstr>A Day in the Life: The Rhythm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A_New_Way_to_Work</dc:title>
  <dc:creator>Keaton Smith</dc:creator>
  <cp:lastModifiedBy>Smith, Keaton</cp:lastModifiedBy>
  <cp:revision>6</cp:revision>
  <dcterms:created xsi:type="dcterms:W3CDTF">2025-06-26T02:04:23Z</dcterms:created>
  <dcterms:modified xsi:type="dcterms:W3CDTF">2025-12-02T09:36:19Z</dcterms:modified>
</cp:coreProperties>
</file>